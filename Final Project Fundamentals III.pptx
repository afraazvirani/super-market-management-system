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A1AA1A0-398A-6FCA-900E-55AF8805F0FD}" v="1458" dt="2025-12-04T01:28:27.95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 descr="Tag=AccentColor&#10;Flavor=Light&#10;Target=FillAndLine">
            <a:extLst>
              <a:ext uri="{FF2B5EF4-FFF2-40B4-BE49-F238E27FC236}">
                <a16:creationId xmlns:a16="http://schemas.microsoft.com/office/drawing/2014/main" id="{DA381740-063A-41A4-836D-85D14980EEF0}"/>
              </a:ext>
            </a:extLst>
          </p:cNvPr>
          <p:cNvSpPr/>
          <p:nvPr/>
        </p:nvSpPr>
        <p:spPr>
          <a:xfrm>
            <a:off x="838200" y="4736883"/>
            <a:ext cx="4243589" cy="27432"/>
          </a:xfrm>
          <a:custGeom>
            <a:avLst/>
            <a:gdLst>
              <a:gd name="csX0" fmla="*/ 0 w 4243589"/>
              <a:gd name="csY0" fmla="*/ 0 h 27432"/>
              <a:gd name="csX1" fmla="*/ 563791 w 4243589"/>
              <a:gd name="csY1" fmla="*/ 0 h 27432"/>
              <a:gd name="csX2" fmla="*/ 1042710 w 4243589"/>
              <a:gd name="csY2" fmla="*/ 0 h 27432"/>
              <a:gd name="csX3" fmla="*/ 1564066 w 4243589"/>
              <a:gd name="csY3" fmla="*/ 0 h 27432"/>
              <a:gd name="csX4" fmla="*/ 2212729 w 4243589"/>
              <a:gd name="csY4" fmla="*/ 0 h 27432"/>
              <a:gd name="csX5" fmla="*/ 2776520 w 4243589"/>
              <a:gd name="csY5" fmla="*/ 0 h 27432"/>
              <a:gd name="csX6" fmla="*/ 3297875 w 4243589"/>
              <a:gd name="csY6" fmla="*/ 0 h 27432"/>
              <a:gd name="csX7" fmla="*/ 4243589 w 4243589"/>
              <a:gd name="csY7" fmla="*/ 0 h 27432"/>
              <a:gd name="csX8" fmla="*/ 4243589 w 4243589"/>
              <a:gd name="csY8" fmla="*/ 27432 h 27432"/>
              <a:gd name="csX9" fmla="*/ 3637362 w 4243589"/>
              <a:gd name="csY9" fmla="*/ 27432 h 27432"/>
              <a:gd name="csX10" fmla="*/ 3116007 w 4243589"/>
              <a:gd name="csY10" fmla="*/ 27432 h 27432"/>
              <a:gd name="csX11" fmla="*/ 2424908 w 4243589"/>
              <a:gd name="csY11" fmla="*/ 27432 h 27432"/>
              <a:gd name="csX12" fmla="*/ 1861117 w 4243589"/>
              <a:gd name="csY12" fmla="*/ 27432 h 27432"/>
              <a:gd name="csX13" fmla="*/ 1382198 w 4243589"/>
              <a:gd name="csY13" fmla="*/ 27432 h 27432"/>
              <a:gd name="csX14" fmla="*/ 733535 w 4243589"/>
              <a:gd name="csY14" fmla="*/ 27432 h 27432"/>
              <a:gd name="csX15" fmla="*/ 0 w 4243589"/>
              <a:gd name="csY15" fmla="*/ 27432 h 27432"/>
              <a:gd name="csX16" fmla="*/ 0 w 4243589"/>
              <a:gd name="csY16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EF9DF8-704A-44AE-8850-307DDACC93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248" y="448056"/>
            <a:ext cx="10515600" cy="4069080"/>
          </a:xfrm>
        </p:spPr>
        <p:txBody>
          <a:bodyPr anchor="b">
            <a:noAutofit/>
          </a:bodyPr>
          <a:lstStyle>
            <a:lvl1pPr algn="l">
              <a:defRPr sz="9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C72E09-06F3-48B9-9B95-DE15EC9801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1248" y="4983480"/>
            <a:ext cx="10515600" cy="1124712"/>
          </a:xfrm>
        </p:spPr>
        <p:txBody>
          <a:bodyPr>
            <a:norm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1CD474-E5E1-4D01-97F6-0C9FC0933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12/3/2025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36BBC7-EB9B-4B36-88E9-DBF65D270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8786C7-DD8D-492F-9A9A-A7B3EBE27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1450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D02BC-5A24-47F7-A4DF-B93FBC0C5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E9219E-EE74-4093-94D6-F663E059C5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A61642-BFBA-48AE-A29C-C2AA7386A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D2029B-6646-4DBF-A302-76A513FC6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6D4DFD-766F-4E45-A00C-2B5E8CE9A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 descr="Tag=AccentColor&#10;Flavor=Light&#10;Target=FillAndLine">
            <a:extLst>
              <a:ext uri="{FF2B5EF4-FFF2-40B4-BE49-F238E27FC236}">
                <a16:creationId xmlns:a16="http://schemas.microsoft.com/office/drawing/2014/main" id="{EBDD1931-9E86-4402-9A68-33A2D9EFB198}"/>
              </a:ext>
            </a:extLst>
          </p:cNvPr>
          <p:cNvSpPr/>
          <p:nvPr/>
        </p:nvSpPr>
        <p:spPr>
          <a:xfrm>
            <a:off x="838199" y="1709928"/>
            <a:ext cx="10515600" cy="27432"/>
          </a:xfrm>
          <a:custGeom>
            <a:avLst/>
            <a:gdLst>
              <a:gd name="csX0" fmla="*/ 0 w 10515600"/>
              <a:gd name="csY0" fmla="*/ 0 h 27432"/>
              <a:gd name="csX1" fmla="*/ 446913 w 10515600"/>
              <a:gd name="csY1" fmla="*/ 0 h 27432"/>
              <a:gd name="csX2" fmla="*/ 1104138 w 10515600"/>
              <a:gd name="csY2" fmla="*/ 0 h 27432"/>
              <a:gd name="csX3" fmla="*/ 1866519 w 10515600"/>
              <a:gd name="csY3" fmla="*/ 0 h 27432"/>
              <a:gd name="csX4" fmla="*/ 2208276 w 10515600"/>
              <a:gd name="csY4" fmla="*/ 0 h 27432"/>
              <a:gd name="csX5" fmla="*/ 2550033 w 10515600"/>
              <a:gd name="csY5" fmla="*/ 0 h 27432"/>
              <a:gd name="csX6" fmla="*/ 3417570 w 10515600"/>
              <a:gd name="csY6" fmla="*/ 0 h 27432"/>
              <a:gd name="csX7" fmla="*/ 4074795 w 10515600"/>
              <a:gd name="csY7" fmla="*/ 0 h 27432"/>
              <a:gd name="csX8" fmla="*/ 4416552 w 10515600"/>
              <a:gd name="csY8" fmla="*/ 0 h 27432"/>
              <a:gd name="csX9" fmla="*/ 5073777 w 10515600"/>
              <a:gd name="csY9" fmla="*/ 0 h 27432"/>
              <a:gd name="csX10" fmla="*/ 5941314 w 10515600"/>
              <a:gd name="csY10" fmla="*/ 0 h 27432"/>
              <a:gd name="csX11" fmla="*/ 6493383 w 10515600"/>
              <a:gd name="csY11" fmla="*/ 0 h 27432"/>
              <a:gd name="csX12" fmla="*/ 7045452 w 10515600"/>
              <a:gd name="csY12" fmla="*/ 0 h 27432"/>
              <a:gd name="csX13" fmla="*/ 7702677 w 10515600"/>
              <a:gd name="csY13" fmla="*/ 0 h 27432"/>
              <a:gd name="csX14" fmla="*/ 8465058 w 10515600"/>
              <a:gd name="csY14" fmla="*/ 0 h 27432"/>
              <a:gd name="csX15" fmla="*/ 9227439 w 10515600"/>
              <a:gd name="csY15" fmla="*/ 0 h 27432"/>
              <a:gd name="csX16" fmla="*/ 10515600 w 10515600"/>
              <a:gd name="csY16" fmla="*/ 0 h 27432"/>
              <a:gd name="csX17" fmla="*/ 10515600 w 10515600"/>
              <a:gd name="csY17" fmla="*/ 27432 h 27432"/>
              <a:gd name="csX18" fmla="*/ 10068687 w 10515600"/>
              <a:gd name="csY18" fmla="*/ 27432 h 27432"/>
              <a:gd name="csX19" fmla="*/ 9201150 w 10515600"/>
              <a:gd name="csY19" fmla="*/ 27432 h 27432"/>
              <a:gd name="csX20" fmla="*/ 8543925 w 10515600"/>
              <a:gd name="csY20" fmla="*/ 27432 h 27432"/>
              <a:gd name="csX21" fmla="*/ 8202168 w 10515600"/>
              <a:gd name="csY21" fmla="*/ 27432 h 27432"/>
              <a:gd name="csX22" fmla="*/ 7544943 w 10515600"/>
              <a:gd name="csY22" fmla="*/ 27432 h 27432"/>
              <a:gd name="csX23" fmla="*/ 6992874 w 10515600"/>
              <a:gd name="csY23" fmla="*/ 27432 h 27432"/>
              <a:gd name="csX24" fmla="*/ 6440805 w 10515600"/>
              <a:gd name="csY24" fmla="*/ 27432 h 27432"/>
              <a:gd name="csX25" fmla="*/ 5888736 w 10515600"/>
              <a:gd name="csY25" fmla="*/ 27432 h 27432"/>
              <a:gd name="csX26" fmla="*/ 5336667 w 10515600"/>
              <a:gd name="csY26" fmla="*/ 27432 h 27432"/>
              <a:gd name="csX27" fmla="*/ 4574286 w 10515600"/>
              <a:gd name="csY27" fmla="*/ 27432 h 27432"/>
              <a:gd name="csX28" fmla="*/ 3917061 w 10515600"/>
              <a:gd name="csY28" fmla="*/ 27432 h 27432"/>
              <a:gd name="csX29" fmla="*/ 3575304 w 10515600"/>
              <a:gd name="csY29" fmla="*/ 27432 h 27432"/>
              <a:gd name="csX30" fmla="*/ 3023235 w 10515600"/>
              <a:gd name="csY30" fmla="*/ 27432 h 27432"/>
              <a:gd name="csX31" fmla="*/ 2260854 w 10515600"/>
              <a:gd name="csY31" fmla="*/ 27432 h 27432"/>
              <a:gd name="csX32" fmla="*/ 1813941 w 10515600"/>
              <a:gd name="csY32" fmla="*/ 27432 h 27432"/>
              <a:gd name="csX33" fmla="*/ 946404 w 10515600"/>
              <a:gd name="csY33" fmla="*/ 27432 h 27432"/>
              <a:gd name="csX34" fmla="*/ 0 w 10515600"/>
              <a:gd name="csY34" fmla="*/ 27432 h 27432"/>
              <a:gd name="csX35" fmla="*/ 0 w 10515600"/>
              <a:gd name="csY35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515600" h="27432" fill="none" extrusionOk="0">
                <a:moveTo>
                  <a:pt x="0" y="0"/>
                </a:moveTo>
                <a:cubicBezTo>
                  <a:pt x="119693" y="-14343"/>
                  <a:pt x="253007" y="-7583"/>
                  <a:pt x="446913" y="0"/>
                </a:cubicBezTo>
                <a:cubicBezTo>
                  <a:pt x="640819" y="7583"/>
                  <a:pt x="841419" y="-7067"/>
                  <a:pt x="1104138" y="0"/>
                </a:cubicBezTo>
                <a:cubicBezTo>
                  <a:pt x="1366858" y="7067"/>
                  <a:pt x="1495525" y="1255"/>
                  <a:pt x="1866519" y="0"/>
                </a:cubicBezTo>
                <a:cubicBezTo>
                  <a:pt x="2237513" y="-1255"/>
                  <a:pt x="2043820" y="12003"/>
                  <a:pt x="2208276" y="0"/>
                </a:cubicBezTo>
                <a:cubicBezTo>
                  <a:pt x="2372732" y="-12003"/>
                  <a:pt x="2419452" y="9887"/>
                  <a:pt x="2550033" y="0"/>
                </a:cubicBezTo>
                <a:cubicBezTo>
                  <a:pt x="2680614" y="-9887"/>
                  <a:pt x="3098156" y="3827"/>
                  <a:pt x="3417570" y="0"/>
                </a:cubicBezTo>
                <a:cubicBezTo>
                  <a:pt x="3736984" y="-3827"/>
                  <a:pt x="3916040" y="-6233"/>
                  <a:pt x="4074795" y="0"/>
                </a:cubicBezTo>
                <a:cubicBezTo>
                  <a:pt x="4233551" y="6233"/>
                  <a:pt x="4279253" y="5661"/>
                  <a:pt x="4416552" y="0"/>
                </a:cubicBezTo>
                <a:cubicBezTo>
                  <a:pt x="4553851" y="-5661"/>
                  <a:pt x="4915758" y="26022"/>
                  <a:pt x="5073777" y="0"/>
                </a:cubicBezTo>
                <a:cubicBezTo>
                  <a:pt x="5231797" y="-26022"/>
                  <a:pt x="5612089" y="32230"/>
                  <a:pt x="5941314" y="0"/>
                </a:cubicBezTo>
                <a:cubicBezTo>
                  <a:pt x="6270539" y="-32230"/>
                  <a:pt x="6313600" y="3064"/>
                  <a:pt x="6493383" y="0"/>
                </a:cubicBezTo>
                <a:cubicBezTo>
                  <a:pt x="6673166" y="-3064"/>
                  <a:pt x="6902474" y="-21096"/>
                  <a:pt x="7045452" y="0"/>
                </a:cubicBezTo>
                <a:cubicBezTo>
                  <a:pt x="7188430" y="21096"/>
                  <a:pt x="7478162" y="17386"/>
                  <a:pt x="7702677" y="0"/>
                </a:cubicBezTo>
                <a:cubicBezTo>
                  <a:pt x="7927192" y="-17386"/>
                  <a:pt x="8295683" y="-35143"/>
                  <a:pt x="8465058" y="0"/>
                </a:cubicBezTo>
                <a:cubicBezTo>
                  <a:pt x="8634433" y="35143"/>
                  <a:pt x="8927835" y="4103"/>
                  <a:pt x="9227439" y="0"/>
                </a:cubicBezTo>
                <a:cubicBezTo>
                  <a:pt x="9527043" y="-4103"/>
                  <a:pt x="10105355" y="-17535"/>
                  <a:pt x="10515600" y="0"/>
                </a:cubicBezTo>
                <a:cubicBezTo>
                  <a:pt x="10515789" y="12323"/>
                  <a:pt x="10515633" y="14639"/>
                  <a:pt x="10515600" y="27432"/>
                </a:cubicBezTo>
                <a:cubicBezTo>
                  <a:pt x="10343646" y="15282"/>
                  <a:pt x="10223667" y="31057"/>
                  <a:pt x="10068687" y="27432"/>
                </a:cubicBezTo>
                <a:cubicBezTo>
                  <a:pt x="9913707" y="23807"/>
                  <a:pt x="9512455" y="4101"/>
                  <a:pt x="9201150" y="27432"/>
                </a:cubicBezTo>
                <a:cubicBezTo>
                  <a:pt x="8889845" y="50763"/>
                  <a:pt x="8866277" y="3158"/>
                  <a:pt x="8543925" y="27432"/>
                </a:cubicBezTo>
                <a:cubicBezTo>
                  <a:pt x="8221573" y="51706"/>
                  <a:pt x="8288348" y="37286"/>
                  <a:pt x="8202168" y="27432"/>
                </a:cubicBezTo>
                <a:cubicBezTo>
                  <a:pt x="8115988" y="17578"/>
                  <a:pt x="7797033" y="6631"/>
                  <a:pt x="7544943" y="27432"/>
                </a:cubicBezTo>
                <a:cubicBezTo>
                  <a:pt x="7292854" y="48233"/>
                  <a:pt x="7108060" y="41767"/>
                  <a:pt x="6992874" y="27432"/>
                </a:cubicBezTo>
                <a:cubicBezTo>
                  <a:pt x="6877688" y="13097"/>
                  <a:pt x="6668930" y="7947"/>
                  <a:pt x="6440805" y="27432"/>
                </a:cubicBezTo>
                <a:cubicBezTo>
                  <a:pt x="6212680" y="46917"/>
                  <a:pt x="6027476" y="35225"/>
                  <a:pt x="5888736" y="27432"/>
                </a:cubicBezTo>
                <a:cubicBezTo>
                  <a:pt x="5749996" y="19639"/>
                  <a:pt x="5574559" y="43627"/>
                  <a:pt x="5336667" y="27432"/>
                </a:cubicBezTo>
                <a:cubicBezTo>
                  <a:pt x="5098775" y="11237"/>
                  <a:pt x="4837534" y="41882"/>
                  <a:pt x="4574286" y="27432"/>
                </a:cubicBezTo>
                <a:cubicBezTo>
                  <a:pt x="4311038" y="12982"/>
                  <a:pt x="4126419" y="26678"/>
                  <a:pt x="3917061" y="27432"/>
                </a:cubicBezTo>
                <a:cubicBezTo>
                  <a:pt x="3707704" y="28186"/>
                  <a:pt x="3657291" y="40087"/>
                  <a:pt x="3575304" y="27432"/>
                </a:cubicBezTo>
                <a:cubicBezTo>
                  <a:pt x="3493317" y="14777"/>
                  <a:pt x="3185226" y="45867"/>
                  <a:pt x="3023235" y="27432"/>
                </a:cubicBezTo>
                <a:cubicBezTo>
                  <a:pt x="2861244" y="8997"/>
                  <a:pt x="2597085" y="35801"/>
                  <a:pt x="2260854" y="27432"/>
                </a:cubicBezTo>
                <a:cubicBezTo>
                  <a:pt x="1924623" y="19063"/>
                  <a:pt x="1996678" y="15705"/>
                  <a:pt x="1813941" y="27432"/>
                </a:cubicBezTo>
                <a:cubicBezTo>
                  <a:pt x="1631204" y="39159"/>
                  <a:pt x="1187542" y="49167"/>
                  <a:pt x="946404" y="27432"/>
                </a:cubicBezTo>
                <a:cubicBezTo>
                  <a:pt x="705266" y="5697"/>
                  <a:pt x="404743" y="28229"/>
                  <a:pt x="0" y="27432"/>
                </a:cubicBezTo>
                <a:cubicBezTo>
                  <a:pt x="244" y="15297"/>
                  <a:pt x="645" y="7129"/>
                  <a:pt x="0" y="0"/>
                </a:cubicBezTo>
                <a:close/>
              </a:path>
              <a:path w="10515600" h="27432" stroke="0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15650" y="5798"/>
                  <a:pt x="10515903" y="19375"/>
                  <a:pt x="10515600" y="27432"/>
                </a:cubicBezTo>
                <a:cubicBezTo>
                  <a:pt x="10304538" y="42307"/>
                  <a:pt x="10069280" y="3335"/>
                  <a:pt x="9753219" y="27432"/>
                </a:cubicBezTo>
                <a:cubicBezTo>
                  <a:pt x="9437158" y="51529"/>
                  <a:pt x="9488415" y="23852"/>
                  <a:pt x="9411462" y="27432"/>
                </a:cubicBezTo>
                <a:cubicBezTo>
                  <a:pt x="9334509" y="31012"/>
                  <a:pt x="9183755" y="44107"/>
                  <a:pt x="8964549" y="27432"/>
                </a:cubicBezTo>
                <a:cubicBezTo>
                  <a:pt x="8745343" y="10757"/>
                  <a:pt x="8279150" y="61693"/>
                  <a:pt x="8097012" y="27432"/>
                </a:cubicBezTo>
                <a:cubicBezTo>
                  <a:pt x="7914874" y="-6829"/>
                  <a:pt x="7608717" y="59556"/>
                  <a:pt x="7439787" y="27432"/>
                </a:cubicBezTo>
                <a:cubicBezTo>
                  <a:pt x="7270858" y="-4692"/>
                  <a:pt x="7154492" y="27026"/>
                  <a:pt x="6992874" y="27432"/>
                </a:cubicBezTo>
                <a:cubicBezTo>
                  <a:pt x="6831256" y="27838"/>
                  <a:pt x="6536817" y="51174"/>
                  <a:pt x="6335649" y="27432"/>
                </a:cubicBezTo>
                <a:cubicBezTo>
                  <a:pt x="6134481" y="3690"/>
                  <a:pt x="6097824" y="11070"/>
                  <a:pt x="5993892" y="27432"/>
                </a:cubicBezTo>
                <a:cubicBezTo>
                  <a:pt x="5889960" y="43794"/>
                  <a:pt x="5793821" y="34098"/>
                  <a:pt x="5652135" y="27432"/>
                </a:cubicBezTo>
                <a:cubicBezTo>
                  <a:pt x="5510449" y="20766"/>
                  <a:pt x="5168382" y="-3650"/>
                  <a:pt x="4994910" y="27432"/>
                </a:cubicBezTo>
                <a:cubicBezTo>
                  <a:pt x="4821439" y="58514"/>
                  <a:pt x="4653937" y="21362"/>
                  <a:pt x="4547997" y="27432"/>
                </a:cubicBezTo>
                <a:cubicBezTo>
                  <a:pt x="4442057" y="33502"/>
                  <a:pt x="4153363" y="33024"/>
                  <a:pt x="3785616" y="27432"/>
                </a:cubicBezTo>
                <a:cubicBezTo>
                  <a:pt x="3417869" y="21840"/>
                  <a:pt x="3544908" y="29840"/>
                  <a:pt x="3338703" y="27432"/>
                </a:cubicBezTo>
                <a:cubicBezTo>
                  <a:pt x="3132498" y="25024"/>
                  <a:pt x="2782152" y="45947"/>
                  <a:pt x="2576322" y="27432"/>
                </a:cubicBezTo>
                <a:cubicBezTo>
                  <a:pt x="2370492" y="8917"/>
                  <a:pt x="2347214" y="14129"/>
                  <a:pt x="2234565" y="27432"/>
                </a:cubicBezTo>
                <a:cubicBezTo>
                  <a:pt x="2121916" y="40735"/>
                  <a:pt x="1785921" y="49081"/>
                  <a:pt x="1472184" y="27432"/>
                </a:cubicBezTo>
                <a:cubicBezTo>
                  <a:pt x="1158447" y="5783"/>
                  <a:pt x="1203910" y="37937"/>
                  <a:pt x="1025271" y="27432"/>
                </a:cubicBezTo>
                <a:cubicBezTo>
                  <a:pt x="846632" y="16927"/>
                  <a:pt x="846577" y="17996"/>
                  <a:pt x="683514" y="27432"/>
                </a:cubicBezTo>
                <a:cubicBezTo>
                  <a:pt x="520451" y="36868"/>
                  <a:pt x="320799" y="46677"/>
                  <a:pt x="0" y="27432"/>
                </a:cubicBezTo>
                <a:cubicBezTo>
                  <a:pt x="-510" y="19859"/>
                  <a:pt x="-1106" y="11474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59940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218C0-6540-400C-BB51-353D5FD5C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448056"/>
            <a:ext cx="10515600" cy="4069080"/>
          </a:xfrm>
        </p:spPr>
        <p:txBody>
          <a:bodyPr anchor="b">
            <a:normAutofit/>
          </a:bodyPr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81CD69-43B3-4FF7-AA41-30C36C957E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4983480"/>
            <a:ext cx="10515600" cy="1124712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BF300D-5CBE-47E9-A193-E23C8314D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E7DF3F-C51A-4DB1-9FCE-E3E0D8E92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269CF4-FAAB-44EF-A2A5-8352B4AA3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 descr="Tag=AccentColor&#10;Flavor=Light&#10;Target=FillAndLine">
            <a:extLst>
              <a:ext uri="{FF2B5EF4-FFF2-40B4-BE49-F238E27FC236}">
                <a16:creationId xmlns:a16="http://schemas.microsoft.com/office/drawing/2014/main" id="{417A8947-4521-4FE1-8E44-27363435CE1B}"/>
              </a:ext>
            </a:extLst>
          </p:cNvPr>
          <p:cNvSpPr/>
          <p:nvPr/>
        </p:nvSpPr>
        <p:spPr>
          <a:xfrm>
            <a:off x="838200" y="4736883"/>
            <a:ext cx="4243589" cy="27432"/>
          </a:xfrm>
          <a:custGeom>
            <a:avLst/>
            <a:gdLst>
              <a:gd name="csX0" fmla="*/ 0 w 4243589"/>
              <a:gd name="csY0" fmla="*/ 0 h 27432"/>
              <a:gd name="csX1" fmla="*/ 563791 w 4243589"/>
              <a:gd name="csY1" fmla="*/ 0 h 27432"/>
              <a:gd name="csX2" fmla="*/ 1042710 w 4243589"/>
              <a:gd name="csY2" fmla="*/ 0 h 27432"/>
              <a:gd name="csX3" fmla="*/ 1564066 w 4243589"/>
              <a:gd name="csY3" fmla="*/ 0 h 27432"/>
              <a:gd name="csX4" fmla="*/ 2212729 w 4243589"/>
              <a:gd name="csY4" fmla="*/ 0 h 27432"/>
              <a:gd name="csX5" fmla="*/ 2776520 w 4243589"/>
              <a:gd name="csY5" fmla="*/ 0 h 27432"/>
              <a:gd name="csX6" fmla="*/ 3297875 w 4243589"/>
              <a:gd name="csY6" fmla="*/ 0 h 27432"/>
              <a:gd name="csX7" fmla="*/ 4243589 w 4243589"/>
              <a:gd name="csY7" fmla="*/ 0 h 27432"/>
              <a:gd name="csX8" fmla="*/ 4243589 w 4243589"/>
              <a:gd name="csY8" fmla="*/ 27432 h 27432"/>
              <a:gd name="csX9" fmla="*/ 3637362 w 4243589"/>
              <a:gd name="csY9" fmla="*/ 27432 h 27432"/>
              <a:gd name="csX10" fmla="*/ 3116007 w 4243589"/>
              <a:gd name="csY10" fmla="*/ 27432 h 27432"/>
              <a:gd name="csX11" fmla="*/ 2424908 w 4243589"/>
              <a:gd name="csY11" fmla="*/ 27432 h 27432"/>
              <a:gd name="csX12" fmla="*/ 1861117 w 4243589"/>
              <a:gd name="csY12" fmla="*/ 27432 h 27432"/>
              <a:gd name="csX13" fmla="*/ 1382198 w 4243589"/>
              <a:gd name="csY13" fmla="*/ 27432 h 27432"/>
              <a:gd name="csX14" fmla="*/ 733535 w 4243589"/>
              <a:gd name="csY14" fmla="*/ 27432 h 27432"/>
              <a:gd name="csX15" fmla="*/ 0 w 4243589"/>
              <a:gd name="csY15" fmla="*/ 27432 h 27432"/>
              <a:gd name="csX16" fmla="*/ 0 w 4243589"/>
              <a:gd name="csY16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63829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DE264-531D-49C1-A8AF-2B4C1D218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B9A1B8-2F1B-46AA-858A-CFFF5AF7CE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929384"/>
            <a:ext cx="5181600" cy="425196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6B9631-18C0-43BD-8AF3-9137D6D4C2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929384"/>
            <a:ext cx="5181600" cy="42519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032FCA-14C6-4497-9C27-3F5806244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1E5057-693B-4E10-958E-0ABE79FEC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0CECB1-0A35-4C10-9D3D-FE4404283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 descr="Tag=AccentColor&#10;Flavor=Light&#10;Target=FillAndLine">
            <a:extLst>
              <a:ext uri="{FF2B5EF4-FFF2-40B4-BE49-F238E27FC236}">
                <a16:creationId xmlns:a16="http://schemas.microsoft.com/office/drawing/2014/main" id="{2FAAC677-2D37-4F63-9C4B-711A2988EE02}"/>
              </a:ext>
            </a:extLst>
          </p:cNvPr>
          <p:cNvSpPr/>
          <p:nvPr/>
        </p:nvSpPr>
        <p:spPr>
          <a:xfrm>
            <a:off x="838199" y="1709928"/>
            <a:ext cx="10515600" cy="27432"/>
          </a:xfrm>
          <a:custGeom>
            <a:avLst/>
            <a:gdLst>
              <a:gd name="csX0" fmla="*/ 0 w 10515600"/>
              <a:gd name="csY0" fmla="*/ 0 h 27432"/>
              <a:gd name="csX1" fmla="*/ 446913 w 10515600"/>
              <a:gd name="csY1" fmla="*/ 0 h 27432"/>
              <a:gd name="csX2" fmla="*/ 1104138 w 10515600"/>
              <a:gd name="csY2" fmla="*/ 0 h 27432"/>
              <a:gd name="csX3" fmla="*/ 1866519 w 10515600"/>
              <a:gd name="csY3" fmla="*/ 0 h 27432"/>
              <a:gd name="csX4" fmla="*/ 2208276 w 10515600"/>
              <a:gd name="csY4" fmla="*/ 0 h 27432"/>
              <a:gd name="csX5" fmla="*/ 2550033 w 10515600"/>
              <a:gd name="csY5" fmla="*/ 0 h 27432"/>
              <a:gd name="csX6" fmla="*/ 3417570 w 10515600"/>
              <a:gd name="csY6" fmla="*/ 0 h 27432"/>
              <a:gd name="csX7" fmla="*/ 4074795 w 10515600"/>
              <a:gd name="csY7" fmla="*/ 0 h 27432"/>
              <a:gd name="csX8" fmla="*/ 4416552 w 10515600"/>
              <a:gd name="csY8" fmla="*/ 0 h 27432"/>
              <a:gd name="csX9" fmla="*/ 5073777 w 10515600"/>
              <a:gd name="csY9" fmla="*/ 0 h 27432"/>
              <a:gd name="csX10" fmla="*/ 5941314 w 10515600"/>
              <a:gd name="csY10" fmla="*/ 0 h 27432"/>
              <a:gd name="csX11" fmla="*/ 6493383 w 10515600"/>
              <a:gd name="csY11" fmla="*/ 0 h 27432"/>
              <a:gd name="csX12" fmla="*/ 7045452 w 10515600"/>
              <a:gd name="csY12" fmla="*/ 0 h 27432"/>
              <a:gd name="csX13" fmla="*/ 7702677 w 10515600"/>
              <a:gd name="csY13" fmla="*/ 0 h 27432"/>
              <a:gd name="csX14" fmla="*/ 8465058 w 10515600"/>
              <a:gd name="csY14" fmla="*/ 0 h 27432"/>
              <a:gd name="csX15" fmla="*/ 9227439 w 10515600"/>
              <a:gd name="csY15" fmla="*/ 0 h 27432"/>
              <a:gd name="csX16" fmla="*/ 10515600 w 10515600"/>
              <a:gd name="csY16" fmla="*/ 0 h 27432"/>
              <a:gd name="csX17" fmla="*/ 10515600 w 10515600"/>
              <a:gd name="csY17" fmla="*/ 27432 h 27432"/>
              <a:gd name="csX18" fmla="*/ 10068687 w 10515600"/>
              <a:gd name="csY18" fmla="*/ 27432 h 27432"/>
              <a:gd name="csX19" fmla="*/ 9201150 w 10515600"/>
              <a:gd name="csY19" fmla="*/ 27432 h 27432"/>
              <a:gd name="csX20" fmla="*/ 8543925 w 10515600"/>
              <a:gd name="csY20" fmla="*/ 27432 h 27432"/>
              <a:gd name="csX21" fmla="*/ 8202168 w 10515600"/>
              <a:gd name="csY21" fmla="*/ 27432 h 27432"/>
              <a:gd name="csX22" fmla="*/ 7544943 w 10515600"/>
              <a:gd name="csY22" fmla="*/ 27432 h 27432"/>
              <a:gd name="csX23" fmla="*/ 6992874 w 10515600"/>
              <a:gd name="csY23" fmla="*/ 27432 h 27432"/>
              <a:gd name="csX24" fmla="*/ 6440805 w 10515600"/>
              <a:gd name="csY24" fmla="*/ 27432 h 27432"/>
              <a:gd name="csX25" fmla="*/ 5888736 w 10515600"/>
              <a:gd name="csY25" fmla="*/ 27432 h 27432"/>
              <a:gd name="csX26" fmla="*/ 5336667 w 10515600"/>
              <a:gd name="csY26" fmla="*/ 27432 h 27432"/>
              <a:gd name="csX27" fmla="*/ 4574286 w 10515600"/>
              <a:gd name="csY27" fmla="*/ 27432 h 27432"/>
              <a:gd name="csX28" fmla="*/ 3917061 w 10515600"/>
              <a:gd name="csY28" fmla="*/ 27432 h 27432"/>
              <a:gd name="csX29" fmla="*/ 3575304 w 10515600"/>
              <a:gd name="csY29" fmla="*/ 27432 h 27432"/>
              <a:gd name="csX30" fmla="*/ 3023235 w 10515600"/>
              <a:gd name="csY30" fmla="*/ 27432 h 27432"/>
              <a:gd name="csX31" fmla="*/ 2260854 w 10515600"/>
              <a:gd name="csY31" fmla="*/ 27432 h 27432"/>
              <a:gd name="csX32" fmla="*/ 1813941 w 10515600"/>
              <a:gd name="csY32" fmla="*/ 27432 h 27432"/>
              <a:gd name="csX33" fmla="*/ 946404 w 10515600"/>
              <a:gd name="csY33" fmla="*/ 27432 h 27432"/>
              <a:gd name="csX34" fmla="*/ 0 w 10515600"/>
              <a:gd name="csY34" fmla="*/ 27432 h 27432"/>
              <a:gd name="csX35" fmla="*/ 0 w 10515600"/>
              <a:gd name="csY35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515600" h="27432" fill="none" extrusionOk="0">
                <a:moveTo>
                  <a:pt x="0" y="0"/>
                </a:moveTo>
                <a:cubicBezTo>
                  <a:pt x="119693" y="-14343"/>
                  <a:pt x="253007" y="-7583"/>
                  <a:pt x="446913" y="0"/>
                </a:cubicBezTo>
                <a:cubicBezTo>
                  <a:pt x="640819" y="7583"/>
                  <a:pt x="841419" y="-7067"/>
                  <a:pt x="1104138" y="0"/>
                </a:cubicBezTo>
                <a:cubicBezTo>
                  <a:pt x="1366858" y="7067"/>
                  <a:pt x="1495525" y="1255"/>
                  <a:pt x="1866519" y="0"/>
                </a:cubicBezTo>
                <a:cubicBezTo>
                  <a:pt x="2237513" y="-1255"/>
                  <a:pt x="2043820" y="12003"/>
                  <a:pt x="2208276" y="0"/>
                </a:cubicBezTo>
                <a:cubicBezTo>
                  <a:pt x="2372732" y="-12003"/>
                  <a:pt x="2419452" y="9887"/>
                  <a:pt x="2550033" y="0"/>
                </a:cubicBezTo>
                <a:cubicBezTo>
                  <a:pt x="2680614" y="-9887"/>
                  <a:pt x="3098156" y="3827"/>
                  <a:pt x="3417570" y="0"/>
                </a:cubicBezTo>
                <a:cubicBezTo>
                  <a:pt x="3736984" y="-3827"/>
                  <a:pt x="3916040" y="-6233"/>
                  <a:pt x="4074795" y="0"/>
                </a:cubicBezTo>
                <a:cubicBezTo>
                  <a:pt x="4233551" y="6233"/>
                  <a:pt x="4279253" y="5661"/>
                  <a:pt x="4416552" y="0"/>
                </a:cubicBezTo>
                <a:cubicBezTo>
                  <a:pt x="4553851" y="-5661"/>
                  <a:pt x="4915758" y="26022"/>
                  <a:pt x="5073777" y="0"/>
                </a:cubicBezTo>
                <a:cubicBezTo>
                  <a:pt x="5231797" y="-26022"/>
                  <a:pt x="5612089" y="32230"/>
                  <a:pt x="5941314" y="0"/>
                </a:cubicBezTo>
                <a:cubicBezTo>
                  <a:pt x="6270539" y="-32230"/>
                  <a:pt x="6313600" y="3064"/>
                  <a:pt x="6493383" y="0"/>
                </a:cubicBezTo>
                <a:cubicBezTo>
                  <a:pt x="6673166" y="-3064"/>
                  <a:pt x="6902474" y="-21096"/>
                  <a:pt x="7045452" y="0"/>
                </a:cubicBezTo>
                <a:cubicBezTo>
                  <a:pt x="7188430" y="21096"/>
                  <a:pt x="7478162" y="17386"/>
                  <a:pt x="7702677" y="0"/>
                </a:cubicBezTo>
                <a:cubicBezTo>
                  <a:pt x="7927192" y="-17386"/>
                  <a:pt x="8295683" y="-35143"/>
                  <a:pt x="8465058" y="0"/>
                </a:cubicBezTo>
                <a:cubicBezTo>
                  <a:pt x="8634433" y="35143"/>
                  <a:pt x="8927835" y="4103"/>
                  <a:pt x="9227439" y="0"/>
                </a:cubicBezTo>
                <a:cubicBezTo>
                  <a:pt x="9527043" y="-4103"/>
                  <a:pt x="10105355" y="-17535"/>
                  <a:pt x="10515600" y="0"/>
                </a:cubicBezTo>
                <a:cubicBezTo>
                  <a:pt x="10515789" y="12323"/>
                  <a:pt x="10515633" y="14639"/>
                  <a:pt x="10515600" y="27432"/>
                </a:cubicBezTo>
                <a:cubicBezTo>
                  <a:pt x="10343646" y="15282"/>
                  <a:pt x="10223667" y="31057"/>
                  <a:pt x="10068687" y="27432"/>
                </a:cubicBezTo>
                <a:cubicBezTo>
                  <a:pt x="9913707" y="23807"/>
                  <a:pt x="9512455" y="4101"/>
                  <a:pt x="9201150" y="27432"/>
                </a:cubicBezTo>
                <a:cubicBezTo>
                  <a:pt x="8889845" y="50763"/>
                  <a:pt x="8866277" y="3158"/>
                  <a:pt x="8543925" y="27432"/>
                </a:cubicBezTo>
                <a:cubicBezTo>
                  <a:pt x="8221573" y="51706"/>
                  <a:pt x="8288348" y="37286"/>
                  <a:pt x="8202168" y="27432"/>
                </a:cubicBezTo>
                <a:cubicBezTo>
                  <a:pt x="8115988" y="17578"/>
                  <a:pt x="7797033" y="6631"/>
                  <a:pt x="7544943" y="27432"/>
                </a:cubicBezTo>
                <a:cubicBezTo>
                  <a:pt x="7292854" y="48233"/>
                  <a:pt x="7108060" y="41767"/>
                  <a:pt x="6992874" y="27432"/>
                </a:cubicBezTo>
                <a:cubicBezTo>
                  <a:pt x="6877688" y="13097"/>
                  <a:pt x="6668930" y="7947"/>
                  <a:pt x="6440805" y="27432"/>
                </a:cubicBezTo>
                <a:cubicBezTo>
                  <a:pt x="6212680" y="46917"/>
                  <a:pt x="6027476" y="35225"/>
                  <a:pt x="5888736" y="27432"/>
                </a:cubicBezTo>
                <a:cubicBezTo>
                  <a:pt x="5749996" y="19639"/>
                  <a:pt x="5574559" y="43627"/>
                  <a:pt x="5336667" y="27432"/>
                </a:cubicBezTo>
                <a:cubicBezTo>
                  <a:pt x="5098775" y="11237"/>
                  <a:pt x="4837534" y="41882"/>
                  <a:pt x="4574286" y="27432"/>
                </a:cubicBezTo>
                <a:cubicBezTo>
                  <a:pt x="4311038" y="12982"/>
                  <a:pt x="4126419" y="26678"/>
                  <a:pt x="3917061" y="27432"/>
                </a:cubicBezTo>
                <a:cubicBezTo>
                  <a:pt x="3707704" y="28186"/>
                  <a:pt x="3657291" y="40087"/>
                  <a:pt x="3575304" y="27432"/>
                </a:cubicBezTo>
                <a:cubicBezTo>
                  <a:pt x="3493317" y="14777"/>
                  <a:pt x="3185226" y="45867"/>
                  <a:pt x="3023235" y="27432"/>
                </a:cubicBezTo>
                <a:cubicBezTo>
                  <a:pt x="2861244" y="8997"/>
                  <a:pt x="2597085" y="35801"/>
                  <a:pt x="2260854" y="27432"/>
                </a:cubicBezTo>
                <a:cubicBezTo>
                  <a:pt x="1924623" y="19063"/>
                  <a:pt x="1996678" y="15705"/>
                  <a:pt x="1813941" y="27432"/>
                </a:cubicBezTo>
                <a:cubicBezTo>
                  <a:pt x="1631204" y="39159"/>
                  <a:pt x="1187542" y="49167"/>
                  <a:pt x="946404" y="27432"/>
                </a:cubicBezTo>
                <a:cubicBezTo>
                  <a:pt x="705266" y="5697"/>
                  <a:pt x="404743" y="28229"/>
                  <a:pt x="0" y="27432"/>
                </a:cubicBezTo>
                <a:cubicBezTo>
                  <a:pt x="244" y="15297"/>
                  <a:pt x="645" y="7129"/>
                  <a:pt x="0" y="0"/>
                </a:cubicBezTo>
                <a:close/>
              </a:path>
              <a:path w="10515600" h="27432" stroke="0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15650" y="5798"/>
                  <a:pt x="10515903" y="19375"/>
                  <a:pt x="10515600" y="27432"/>
                </a:cubicBezTo>
                <a:cubicBezTo>
                  <a:pt x="10304538" y="42307"/>
                  <a:pt x="10069280" y="3335"/>
                  <a:pt x="9753219" y="27432"/>
                </a:cubicBezTo>
                <a:cubicBezTo>
                  <a:pt x="9437158" y="51529"/>
                  <a:pt x="9488415" y="23852"/>
                  <a:pt x="9411462" y="27432"/>
                </a:cubicBezTo>
                <a:cubicBezTo>
                  <a:pt x="9334509" y="31012"/>
                  <a:pt x="9183755" y="44107"/>
                  <a:pt x="8964549" y="27432"/>
                </a:cubicBezTo>
                <a:cubicBezTo>
                  <a:pt x="8745343" y="10757"/>
                  <a:pt x="8279150" y="61693"/>
                  <a:pt x="8097012" y="27432"/>
                </a:cubicBezTo>
                <a:cubicBezTo>
                  <a:pt x="7914874" y="-6829"/>
                  <a:pt x="7608717" y="59556"/>
                  <a:pt x="7439787" y="27432"/>
                </a:cubicBezTo>
                <a:cubicBezTo>
                  <a:pt x="7270858" y="-4692"/>
                  <a:pt x="7154492" y="27026"/>
                  <a:pt x="6992874" y="27432"/>
                </a:cubicBezTo>
                <a:cubicBezTo>
                  <a:pt x="6831256" y="27838"/>
                  <a:pt x="6536817" y="51174"/>
                  <a:pt x="6335649" y="27432"/>
                </a:cubicBezTo>
                <a:cubicBezTo>
                  <a:pt x="6134481" y="3690"/>
                  <a:pt x="6097824" y="11070"/>
                  <a:pt x="5993892" y="27432"/>
                </a:cubicBezTo>
                <a:cubicBezTo>
                  <a:pt x="5889960" y="43794"/>
                  <a:pt x="5793821" y="34098"/>
                  <a:pt x="5652135" y="27432"/>
                </a:cubicBezTo>
                <a:cubicBezTo>
                  <a:pt x="5510449" y="20766"/>
                  <a:pt x="5168382" y="-3650"/>
                  <a:pt x="4994910" y="27432"/>
                </a:cubicBezTo>
                <a:cubicBezTo>
                  <a:pt x="4821439" y="58514"/>
                  <a:pt x="4653937" y="21362"/>
                  <a:pt x="4547997" y="27432"/>
                </a:cubicBezTo>
                <a:cubicBezTo>
                  <a:pt x="4442057" y="33502"/>
                  <a:pt x="4153363" y="33024"/>
                  <a:pt x="3785616" y="27432"/>
                </a:cubicBezTo>
                <a:cubicBezTo>
                  <a:pt x="3417869" y="21840"/>
                  <a:pt x="3544908" y="29840"/>
                  <a:pt x="3338703" y="27432"/>
                </a:cubicBezTo>
                <a:cubicBezTo>
                  <a:pt x="3132498" y="25024"/>
                  <a:pt x="2782152" y="45947"/>
                  <a:pt x="2576322" y="27432"/>
                </a:cubicBezTo>
                <a:cubicBezTo>
                  <a:pt x="2370492" y="8917"/>
                  <a:pt x="2347214" y="14129"/>
                  <a:pt x="2234565" y="27432"/>
                </a:cubicBezTo>
                <a:cubicBezTo>
                  <a:pt x="2121916" y="40735"/>
                  <a:pt x="1785921" y="49081"/>
                  <a:pt x="1472184" y="27432"/>
                </a:cubicBezTo>
                <a:cubicBezTo>
                  <a:pt x="1158447" y="5783"/>
                  <a:pt x="1203910" y="37937"/>
                  <a:pt x="1025271" y="27432"/>
                </a:cubicBezTo>
                <a:cubicBezTo>
                  <a:pt x="846632" y="16927"/>
                  <a:pt x="846577" y="17996"/>
                  <a:pt x="683514" y="27432"/>
                </a:cubicBezTo>
                <a:cubicBezTo>
                  <a:pt x="520451" y="36868"/>
                  <a:pt x="320799" y="46677"/>
                  <a:pt x="0" y="27432"/>
                </a:cubicBezTo>
                <a:cubicBezTo>
                  <a:pt x="-510" y="19859"/>
                  <a:pt x="-1106" y="11474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01521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AE282-8875-4F49-AB21-E1C2BCAEA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712EA2-EF8C-4F18-BECF-AD121F7281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938528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3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7B59D4-E93F-40C1-A1A2-F1867830C6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926080"/>
            <a:ext cx="5157787" cy="326440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810616-1C77-42AE-8449-D0B64E2B84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938528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3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74E172-AFE8-48E4-BBB0-CA6D4EC112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926080"/>
            <a:ext cx="5183188" cy="32644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9407CC-270D-4C98-B95C-7AE67D2E1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4070D5-9B7B-47FC-9F75-F6AD96074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8EAC17-33BE-4265-8C06-644C2D34F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 descr="Tag=AccentColor&#10;Flavor=Light&#10;Target=FillAndLine">
            <a:extLst>
              <a:ext uri="{FF2B5EF4-FFF2-40B4-BE49-F238E27FC236}">
                <a16:creationId xmlns:a16="http://schemas.microsoft.com/office/drawing/2014/main" id="{F634C457-AEBF-47D7-9200-BAD05D138B12}"/>
              </a:ext>
            </a:extLst>
          </p:cNvPr>
          <p:cNvSpPr/>
          <p:nvPr/>
        </p:nvSpPr>
        <p:spPr>
          <a:xfrm>
            <a:off x="838199" y="1709928"/>
            <a:ext cx="10515600" cy="27432"/>
          </a:xfrm>
          <a:custGeom>
            <a:avLst/>
            <a:gdLst>
              <a:gd name="csX0" fmla="*/ 0 w 10515600"/>
              <a:gd name="csY0" fmla="*/ 0 h 27432"/>
              <a:gd name="csX1" fmla="*/ 446913 w 10515600"/>
              <a:gd name="csY1" fmla="*/ 0 h 27432"/>
              <a:gd name="csX2" fmla="*/ 1104138 w 10515600"/>
              <a:gd name="csY2" fmla="*/ 0 h 27432"/>
              <a:gd name="csX3" fmla="*/ 1866519 w 10515600"/>
              <a:gd name="csY3" fmla="*/ 0 h 27432"/>
              <a:gd name="csX4" fmla="*/ 2208276 w 10515600"/>
              <a:gd name="csY4" fmla="*/ 0 h 27432"/>
              <a:gd name="csX5" fmla="*/ 2550033 w 10515600"/>
              <a:gd name="csY5" fmla="*/ 0 h 27432"/>
              <a:gd name="csX6" fmla="*/ 3417570 w 10515600"/>
              <a:gd name="csY6" fmla="*/ 0 h 27432"/>
              <a:gd name="csX7" fmla="*/ 4074795 w 10515600"/>
              <a:gd name="csY7" fmla="*/ 0 h 27432"/>
              <a:gd name="csX8" fmla="*/ 4416552 w 10515600"/>
              <a:gd name="csY8" fmla="*/ 0 h 27432"/>
              <a:gd name="csX9" fmla="*/ 5073777 w 10515600"/>
              <a:gd name="csY9" fmla="*/ 0 h 27432"/>
              <a:gd name="csX10" fmla="*/ 5941314 w 10515600"/>
              <a:gd name="csY10" fmla="*/ 0 h 27432"/>
              <a:gd name="csX11" fmla="*/ 6493383 w 10515600"/>
              <a:gd name="csY11" fmla="*/ 0 h 27432"/>
              <a:gd name="csX12" fmla="*/ 7045452 w 10515600"/>
              <a:gd name="csY12" fmla="*/ 0 h 27432"/>
              <a:gd name="csX13" fmla="*/ 7702677 w 10515600"/>
              <a:gd name="csY13" fmla="*/ 0 h 27432"/>
              <a:gd name="csX14" fmla="*/ 8465058 w 10515600"/>
              <a:gd name="csY14" fmla="*/ 0 h 27432"/>
              <a:gd name="csX15" fmla="*/ 9227439 w 10515600"/>
              <a:gd name="csY15" fmla="*/ 0 h 27432"/>
              <a:gd name="csX16" fmla="*/ 10515600 w 10515600"/>
              <a:gd name="csY16" fmla="*/ 0 h 27432"/>
              <a:gd name="csX17" fmla="*/ 10515600 w 10515600"/>
              <a:gd name="csY17" fmla="*/ 27432 h 27432"/>
              <a:gd name="csX18" fmla="*/ 10068687 w 10515600"/>
              <a:gd name="csY18" fmla="*/ 27432 h 27432"/>
              <a:gd name="csX19" fmla="*/ 9201150 w 10515600"/>
              <a:gd name="csY19" fmla="*/ 27432 h 27432"/>
              <a:gd name="csX20" fmla="*/ 8543925 w 10515600"/>
              <a:gd name="csY20" fmla="*/ 27432 h 27432"/>
              <a:gd name="csX21" fmla="*/ 8202168 w 10515600"/>
              <a:gd name="csY21" fmla="*/ 27432 h 27432"/>
              <a:gd name="csX22" fmla="*/ 7544943 w 10515600"/>
              <a:gd name="csY22" fmla="*/ 27432 h 27432"/>
              <a:gd name="csX23" fmla="*/ 6992874 w 10515600"/>
              <a:gd name="csY23" fmla="*/ 27432 h 27432"/>
              <a:gd name="csX24" fmla="*/ 6440805 w 10515600"/>
              <a:gd name="csY24" fmla="*/ 27432 h 27432"/>
              <a:gd name="csX25" fmla="*/ 5888736 w 10515600"/>
              <a:gd name="csY25" fmla="*/ 27432 h 27432"/>
              <a:gd name="csX26" fmla="*/ 5336667 w 10515600"/>
              <a:gd name="csY26" fmla="*/ 27432 h 27432"/>
              <a:gd name="csX27" fmla="*/ 4574286 w 10515600"/>
              <a:gd name="csY27" fmla="*/ 27432 h 27432"/>
              <a:gd name="csX28" fmla="*/ 3917061 w 10515600"/>
              <a:gd name="csY28" fmla="*/ 27432 h 27432"/>
              <a:gd name="csX29" fmla="*/ 3575304 w 10515600"/>
              <a:gd name="csY29" fmla="*/ 27432 h 27432"/>
              <a:gd name="csX30" fmla="*/ 3023235 w 10515600"/>
              <a:gd name="csY30" fmla="*/ 27432 h 27432"/>
              <a:gd name="csX31" fmla="*/ 2260854 w 10515600"/>
              <a:gd name="csY31" fmla="*/ 27432 h 27432"/>
              <a:gd name="csX32" fmla="*/ 1813941 w 10515600"/>
              <a:gd name="csY32" fmla="*/ 27432 h 27432"/>
              <a:gd name="csX33" fmla="*/ 946404 w 10515600"/>
              <a:gd name="csY33" fmla="*/ 27432 h 27432"/>
              <a:gd name="csX34" fmla="*/ 0 w 10515600"/>
              <a:gd name="csY34" fmla="*/ 27432 h 27432"/>
              <a:gd name="csX35" fmla="*/ 0 w 10515600"/>
              <a:gd name="csY35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515600" h="27432" fill="none" extrusionOk="0">
                <a:moveTo>
                  <a:pt x="0" y="0"/>
                </a:moveTo>
                <a:cubicBezTo>
                  <a:pt x="119693" y="-14343"/>
                  <a:pt x="253007" y="-7583"/>
                  <a:pt x="446913" y="0"/>
                </a:cubicBezTo>
                <a:cubicBezTo>
                  <a:pt x="640819" y="7583"/>
                  <a:pt x="841419" y="-7067"/>
                  <a:pt x="1104138" y="0"/>
                </a:cubicBezTo>
                <a:cubicBezTo>
                  <a:pt x="1366858" y="7067"/>
                  <a:pt x="1495525" y="1255"/>
                  <a:pt x="1866519" y="0"/>
                </a:cubicBezTo>
                <a:cubicBezTo>
                  <a:pt x="2237513" y="-1255"/>
                  <a:pt x="2043820" y="12003"/>
                  <a:pt x="2208276" y="0"/>
                </a:cubicBezTo>
                <a:cubicBezTo>
                  <a:pt x="2372732" y="-12003"/>
                  <a:pt x="2419452" y="9887"/>
                  <a:pt x="2550033" y="0"/>
                </a:cubicBezTo>
                <a:cubicBezTo>
                  <a:pt x="2680614" y="-9887"/>
                  <a:pt x="3098156" y="3827"/>
                  <a:pt x="3417570" y="0"/>
                </a:cubicBezTo>
                <a:cubicBezTo>
                  <a:pt x="3736984" y="-3827"/>
                  <a:pt x="3916040" y="-6233"/>
                  <a:pt x="4074795" y="0"/>
                </a:cubicBezTo>
                <a:cubicBezTo>
                  <a:pt x="4233551" y="6233"/>
                  <a:pt x="4279253" y="5661"/>
                  <a:pt x="4416552" y="0"/>
                </a:cubicBezTo>
                <a:cubicBezTo>
                  <a:pt x="4553851" y="-5661"/>
                  <a:pt x="4915758" y="26022"/>
                  <a:pt x="5073777" y="0"/>
                </a:cubicBezTo>
                <a:cubicBezTo>
                  <a:pt x="5231797" y="-26022"/>
                  <a:pt x="5612089" y="32230"/>
                  <a:pt x="5941314" y="0"/>
                </a:cubicBezTo>
                <a:cubicBezTo>
                  <a:pt x="6270539" y="-32230"/>
                  <a:pt x="6313600" y="3064"/>
                  <a:pt x="6493383" y="0"/>
                </a:cubicBezTo>
                <a:cubicBezTo>
                  <a:pt x="6673166" y="-3064"/>
                  <a:pt x="6902474" y="-21096"/>
                  <a:pt x="7045452" y="0"/>
                </a:cubicBezTo>
                <a:cubicBezTo>
                  <a:pt x="7188430" y="21096"/>
                  <a:pt x="7478162" y="17386"/>
                  <a:pt x="7702677" y="0"/>
                </a:cubicBezTo>
                <a:cubicBezTo>
                  <a:pt x="7927192" y="-17386"/>
                  <a:pt x="8295683" y="-35143"/>
                  <a:pt x="8465058" y="0"/>
                </a:cubicBezTo>
                <a:cubicBezTo>
                  <a:pt x="8634433" y="35143"/>
                  <a:pt x="8927835" y="4103"/>
                  <a:pt x="9227439" y="0"/>
                </a:cubicBezTo>
                <a:cubicBezTo>
                  <a:pt x="9527043" y="-4103"/>
                  <a:pt x="10105355" y="-17535"/>
                  <a:pt x="10515600" y="0"/>
                </a:cubicBezTo>
                <a:cubicBezTo>
                  <a:pt x="10515789" y="12323"/>
                  <a:pt x="10515633" y="14639"/>
                  <a:pt x="10515600" y="27432"/>
                </a:cubicBezTo>
                <a:cubicBezTo>
                  <a:pt x="10343646" y="15282"/>
                  <a:pt x="10223667" y="31057"/>
                  <a:pt x="10068687" y="27432"/>
                </a:cubicBezTo>
                <a:cubicBezTo>
                  <a:pt x="9913707" y="23807"/>
                  <a:pt x="9512455" y="4101"/>
                  <a:pt x="9201150" y="27432"/>
                </a:cubicBezTo>
                <a:cubicBezTo>
                  <a:pt x="8889845" y="50763"/>
                  <a:pt x="8866277" y="3158"/>
                  <a:pt x="8543925" y="27432"/>
                </a:cubicBezTo>
                <a:cubicBezTo>
                  <a:pt x="8221573" y="51706"/>
                  <a:pt x="8288348" y="37286"/>
                  <a:pt x="8202168" y="27432"/>
                </a:cubicBezTo>
                <a:cubicBezTo>
                  <a:pt x="8115988" y="17578"/>
                  <a:pt x="7797033" y="6631"/>
                  <a:pt x="7544943" y="27432"/>
                </a:cubicBezTo>
                <a:cubicBezTo>
                  <a:pt x="7292854" y="48233"/>
                  <a:pt x="7108060" y="41767"/>
                  <a:pt x="6992874" y="27432"/>
                </a:cubicBezTo>
                <a:cubicBezTo>
                  <a:pt x="6877688" y="13097"/>
                  <a:pt x="6668930" y="7947"/>
                  <a:pt x="6440805" y="27432"/>
                </a:cubicBezTo>
                <a:cubicBezTo>
                  <a:pt x="6212680" y="46917"/>
                  <a:pt x="6027476" y="35225"/>
                  <a:pt x="5888736" y="27432"/>
                </a:cubicBezTo>
                <a:cubicBezTo>
                  <a:pt x="5749996" y="19639"/>
                  <a:pt x="5574559" y="43627"/>
                  <a:pt x="5336667" y="27432"/>
                </a:cubicBezTo>
                <a:cubicBezTo>
                  <a:pt x="5098775" y="11237"/>
                  <a:pt x="4837534" y="41882"/>
                  <a:pt x="4574286" y="27432"/>
                </a:cubicBezTo>
                <a:cubicBezTo>
                  <a:pt x="4311038" y="12982"/>
                  <a:pt x="4126419" y="26678"/>
                  <a:pt x="3917061" y="27432"/>
                </a:cubicBezTo>
                <a:cubicBezTo>
                  <a:pt x="3707704" y="28186"/>
                  <a:pt x="3657291" y="40087"/>
                  <a:pt x="3575304" y="27432"/>
                </a:cubicBezTo>
                <a:cubicBezTo>
                  <a:pt x="3493317" y="14777"/>
                  <a:pt x="3185226" y="45867"/>
                  <a:pt x="3023235" y="27432"/>
                </a:cubicBezTo>
                <a:cubicBezTo>
                  <a:pt x="2861244" y="8997"/>
                  <a:pt x="2597085" y="35801"/>
                  <a:pt x="2260854" y="27432"/>
                </a:cubicBezTo>
                <a:cubicBezTo>
                  <a:pt x="1924623" y="19063"/>
                  <a:pt x="1996678" y="15705"/>
                  <a:pt x="1813941" y="27432"/>
                </a:cubicBezTo>
                <a:cubicBezTo>
                  <a:pt x="1631204" y="39159"/>
                  <a:pt x="1187542" y="49167"/>
                  <a:pt x="946404" y="27432"/>
                </a:cubicBezTo>
                <a:cubicBezTo>
                  <a:pt x="705266" y="5697"/>
                  <a:pt x="404743" y="28229"/>
                  <a:pt x="0" y="27432"/>
                </a:cubicBezTo>
                <a:cubicBezTo>
                  <a:pt x="244" y="15297"/>
                  <a:pt x="645" y="7129"/>
                  <a:pt x="0" y="0"/>
                </a:cubicBezTo>
                <a:close/>
              </a:path>
              <a:path w="10515600" h="27432" stroke="0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15650" y="5798"/>
                  <a:pt x="10515903" y="19375"/>
                  <a:pt x="10515600" y="27432"/>
                </a:cubicBezTo>
                <a:cubicBezTo>
                  <a:pt x="10304538" y="42307"/>
                  <a:pt x="10069280" y="3335"/>
                  <a:pt x="9753219" y="27432"/>
                </a:cubicBezTo>
                <a:cubicBezTo>
                  <a:pt x="9437158" y="51529"/>
                  <a:pt x="9488415" y="23852"/>
                  <a:pt x="9411462" y="27432"/>
                </a:cubicBezTo>
                <a:cubicBezTo>
                  <a:pt x="9334509" y="31012"/>
                  <a:pt x="9183755" y="44107"/>
                  <a:pt x="8964549" y="27432"/>
                </a:cubicBezTo>
                <a:cubicBezTo>
                  <a:pt x="8745343" y="10757"/>
                  <a:pt x="8279150" y="61693"/>
                  <a:pt x="8097012" y="27432"/>
                </a:cubicBezTo>
                <a:cubicBezTo>
                  <a:pt x="7914874" y="-6829"/>
                  <a:pt x="7608717" y="59556"/>
                  <a:pt x="7439787" y="27432"/>
                </a:cubicBezTo>
                <a:cubicBezTo>
                  <a:pt x="7270858" y="-4692"/>
                  <a:pt x="7154492" y="27026"/>
                  <a:pt x="6992874" y="27432"/>
                </a:cubicBezTo>
                <a:cubicBezTo>
                  <a:pt x="6831256" y="27838"/>
                  <a:pt x="6536817" y="51174"/>
                  <a:pt x="6335649" y="27432"/>
                </a:cubicBezTo>
                <a:cubicBezTo>
                  <a:pt x="6134481" y="3690"/>
                  <a:pt x="6097824" y="11070"/>
                  <a:pt x="5993892" y="27432"/>
                </a:cubicBezTo>
                <a:cubicBezTo>
                  <a:pt x="5889960" y="43794"/>
                  <a:pt x="5793821" y="34098"/>
                  <a:pt x="5652135" y="27432"/>
                </a:cubicBezTo>
                <a:cubicBezTo>
                  <a:pt x="5510449" y="20766"/>
                  <a:pt x="5168382" y="-3650"/>
                  <a:pt x="4994910" y="27432"/>
                </a:cubicBezTo>
                <a:cubicBezTo>
                  <a:pt x="4821439" y="58514"/>
                  <a:pt x="4653937" y="21362"/>
                  <a:pt x="4547997" y="27432"/>
                </a:cubicBezTo>
                <a:cubicBezTo>
                  <a:pt x="4442057" y="33502"/>
                  <a:pt x="4153363" y="33024"/>
                  <a:pt x="3785616" y="27432"/>
                </a:cubicBezTo>
                <a:cubicBezTo>
                  <a:pt x="3417869" y="21840"/>
                  <a:pt x="3544908" y="29840"/>
                  <a:pt x="3338703" y="27432"/>
                </a:cubicBezTo>
                <a:cubicBezTo>
                  <a:pt x="3132498" y="25024"/>
                  <a:pt x="2782152" y="45947"/>
                  <a:pt x="2576322" y="27432"/>
                </a:cubicBezTo>
                <a:cubicBezTo>
                  <a:pt x="2370492" y="8917"/>
                  <a:pt x="2347214" y="14129"/>
                  <a:pt x="2234565" y="27432"/>
                </a:cubicBezTo>
                <a:cubicBezTo>
                  <a:pt x="2121916" y="40735"/>
                  <a:pt x="1785921" y="49081"/>
                  <a:pt x="1472184" y="27432"/>
                </a:cubicBezTo>
                <a:cubicBezTo>
                  <a:pt x="1158447" y="5783"/>
                  <a:pt x="1203910" y="37937"/>
                  <a:pt x="1025271" y="27432"/>
                </a:cubicBezTo>
                <a:cubicBezTo>
                  <a:pt x="846632" y="16927"/>
                  <a:pt x="846577" y="17996"/>
                  <a:pt x="683514" y="27432"/>
                </a:cubicBezTo>
                <a:cubicBezTo>
                  <a:pt x="520451" y="36868"/>
                  <a:pt x="320799" y="46677"/>
                  <a:pt x="0" y="27432"/>
                </a:cubicBezTo>
                <a:cubicBezTo>
                  <a:pt x="-510" y="19859"/>
                  <a:pt x="-1106" y="11474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91741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E9AC0-40CD-4451-BF00-5E2FC7B745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3704" y="1728216"/>
            <a:ext cx="7781544" cy="3392424"/>
          </a:xfrm>
        </p:spPr>
        <p:txBody>
          <a:bodyPr>
            <a:normAutofit/>
          </a:bodyPr>
          <a:lstStyle>
            <a:lvl1pPr algn="ctr">
              <a:defRPr sz="7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FD9A32-9C83-452B-BC69-CC6E95D3C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87B83E-E23E-42DE-876D-F55908A97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1C03A8-D428-4010-B413-13B1E9922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6" descr="Tag=AccentColor&#10;Flavor=Light&#10;Target=FillAndLine">
            <a:extLst>
              <a:ext uri="{FF2B5EF4-FFF2-40B4-BE49-F238E27FC236}">
                <a16:creationId xmlns:a16="http://schemas.microsoft.com/office/drawing/2014/main" id="{17F03060-85EC-4182-8C18-C6EE0D373E4B}"/>
              </a:ext>
            </a:extLst>
          </p:cNvPr>
          <p:cNvSpPr/>
          <p:nvPr/>
        </p:nvSpPr>
        <p:spPr>
          <a:xfrm>
            <a:off x="3974206" y="5126892"/>
            <a:ext cx="4243589" cy="27432"/>
          </a:xfrm>
          <a:custGeom>
            <a:avLst/>
            <a:gdLst>
              <a:gd name="csX0" fmla="*/ 0 w 4243589"/>
              <a:gd name="csY0" fmla="*/ 0 h 27432"/>
              <a:gd name="csX1" fmla="*/ 563791 w 4243589"/>
              <a:gd name="csY1" fmla="*/ 0 h 27432"/>
              <a:gd name="csX2" fmla="*/ 1042710 w 4243589"/>
              <a:gd name="csY2" fmla="*/ 0 h 27432"/>
              <a:gd name="csX3" fmla="*/ 1564066 w 4243589"/>
              <a:gd name="csY3" fmla="*/ 0 h 27432"/>
              <a:gd name="csX4" fmla="*/ 2212729 w 4243589"/>
              <a:gd name="csY4" fmla="*/ 0 h 27432"/>
              <a:gd name="csX5" fmla="*/ 2776520 w 4243589"/>
              <a:gd name="csY5" fmla="*/ 0 h 27432"/>
              <a:gd name="csX6" fmla="*/ 3297875 w 4243589"/>
              <a:gd name="csY6" fmla="*/ 0 h 27432"/>
              <a:gd name="csX7" fmla="*/ 4243589 w 4243589"/>
              <a:gd name="csY7" fmla="*/ 0 h 27432"/>
              <a:gd name="csX8" fmla="*/ 4243589 w 4243589"/>
              <a:gd name="csY8" fmla="*/ 27432 h 27432"/>
              <a:gd name="csX9" fmla="*/ 3637362 w 4243589"/>
              <a:gd name="csY9" fmla="*/ 27432 h 27432"/>
              <a:gd name="csX10" fmla="*/ 3116007 w 4243589"/>
              <a:gd name="csY10" fmla="*/ 27432 h 27432"/>
              <a:gd name="csX11" fmla="*/ 2424908 w 4243589"/>
              <a:gd name="csY11" fmla="*/ 27432 h 27432"/>
              <a:gd name="csX12" fmla="*/ 1861117 w 4243589"/>
              <a:gd name="csY12" fmla="*/ 27432 h 27432"/>
              <a:gd name="csX13" fmla="*/ 1382198 w 4243589"/>
              <a:gd name="csY13" fmla="*/ 27432 h 27432"/>
              <a:gd name="csX14" fmla="*/ 733535 w 4243589"/>
              <a:gd name="csY14" fmla="*/ 27432 h 27432"/>
              <a:gd name="csX15" fmla="*/ 0 w 4243589"/>
              <a:gd name="csY15" fmla="*/ 27432 h 27432"/>
              <a:gd name="csX16" fmla="*/ 0 w 4243589"/>
              <a:gd name="csY16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89112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2816A0-77C4-4A3F-87BD-A7321E3C8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FC3464-F026-4C77-9441-55ECA5054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7D9257-BADE-4D0B-AF0B-D09FE95FA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6331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1C48E-F751-45A2-9010-208B81EDB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342900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D501F6-8430-4758-8636-74D68E990E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03520" y="548640"/>
            <a:ext cx="6053328" cy="5431536"/>
          </a:xfrm>
        </p:spPr>
        <p:txBody>
          <a:bodyPr anchor="ctr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79DC39-A29C-494C-98B6-999746C5F3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977640"/>
            <a:ext cx="3932237" cy="2002536"/>
          </a:xfrm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84C988-A6DB-469A-B8AA-31866F36E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BC39C3-81EB-4828-9AD3-2F1FAC521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59376C-9810-49A5-BC9A-4E6A02175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6" descr="Tag=AccentColor&#10;Flavor=Light&#10;Target=FillAndLine">
            <a:extLst>
              <a:ext uri="{FF2B5EF4-FFF2-40B4-BE49-F238E27FC236}">
                <a16:creationId xmlns:a16="http://schemas.microsoft.com/office/drawing/2014/main" id="{B9F96F3A-E64D-4401-B02C-BCD5CAA97CFF}"/>
              </a:ext>
            </a:extLst>
          </p:cNvPr>
          <p:cNvSpPr/>
          <p:nvPr/>
        </p:nvSpPr>
        <p:spPr>
          <a:xfrm rot="5400000">
            <a:off x="2797492" y="3254143"/>
            <a:ext cx="4480560" cy="27432"/>
          </a:xfrm>
          <a:custGeom>
            <a:avLst/>
            <a:gdLst>
              <a:gd name="csX0" fmla="*/ 0 w 4480560"/>
              <a:gd name="csY0" fmla="*/ 0 h 27432"/>
              <a:gd name="csX1" fmla="*/ 595274 w 4480560"/>
              <a:gd name="csY1" fmla="*/ 0 h 27432"/>
              <a:gd name="csX2" fmla="*/ 1100938 w 4480560"/>
              <a:gd name="csY2" fmla="*/ 0 h 27432"/>
              <a:gd name="csX3" fmla="*/ 1651406 w 4480560"/>
              <a:gd name="csY3" fmla="*/ 0 h 27432"/>
              <a:gd name="csX4" fmla="*/ 2336292 w 4480560"/>
              <a:gd name="csY4" fmla="*/ 0 h 27432"/>
              <a:gd name="csX5" fmla="*/ 2931566 w 4480560"/>
              <a:gd name="csY5" fmla="*/ 0 h 27432"/>
              <a:gd name="csX6" fmla="*/ 3482035 w 4480560"/>
              <a:gd name="csY6" fmla="*/ 0 h 27432"/>
              <a:gd name="csX7" fmla="*/ 4480560 w 4480560"/>
              <a:gd name="csY7" fmla="*/ 0 h 27432"/>
              <a:gd name="csX8" fmla="*/ 4480560 w 4480560"/>
              <a:gd name="csY8" fmla="*/ 27432 h 27432"/>
              <a:gd name="csX9" fmla="*/ 3840480 w 4480560"/>
              <a:gd name="csY9" fmla="*/ 27432 h 27432"/>
              <a:gd name="csX10" fmla="*/ 3290011 w 4480560"/>
              <a:gd name="csY10" fmla="*/ 27432 h 27432"/>
              <a:gd name="csX11" fmla="*/ 2560320 w 4480560"/>
              <a:gd name="csY11" fmla="*/ 27432 h 27432"/>
              <a:gd name="csX12" fmla="*/ 1965046 w 4480560"/>
              <a:gd name="csY12" fmla="*/ 27432 h 27432"/>
              <a:gd name="csX13" fmla="*/ 1459382 w 4480560"/>
              <a:gd name="csY13" fmla="*/ 27432 h 27432"/>
              <a:gd name="csX14" fmla="*/ 774497 w 4480560"/>
              <a:gd name="csY14" fmla="*/ 27432 h 27432"/>
              <a:gd name="csX15" fmla="*/ 0 w 4480560"/>
              <a:gd name="csY15" fmla="*/ 27432 h 27432"/>
              <a:gd name="csX16" fmla="*/ 0 w 4480560"/>
              <a:gd name="csY16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27432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79587" y="8304"/>
                  <a:pt x="4480082" y="21512"/>
                  <a:pt x="4480560" y="27432"/>
                </a:cubicBezTo>
                <a:cubicBezTo>
                  <a:pt x="4314132" y="24068"/>
                  <a:pt x="4028383" y="45776"/>
                  <a:pt x="3840480" y="27432"/>
                </a:cubicBezTo>
                <a:cubicBezTo>
                  <a:pt x="3652577" y="9088"/>
                  <a:pt x="3547615" y="11992"/>
                  <a:pt x="3290011" y="27432"/>
                </a:cubicBezTo>
                <a:cubicBezTo>
                  <a:pt x="3032407" y="42872"/>
                  <a:pt x="2830268" y="17863"/>
                  <a:pt x="2560320" y="27432"/>
                </a:cubicBezTo>
                <a:cubicBezTo>
                  <a:pt x="2290372" y="37001"/>
                  <a:pt x="2147422" y="15872"/>
                  <a:pt x="1965046" y="27432"/>
                </a:cubicBezTo>
                <a:cubicBezTo>
                  <a:pt x="1782670" y="38992"/>
                  <a:pt x="1689791" y="49824"/>
                  <a:pt x="1459382" y="27432"/>
                </a:cubicBezTo>
                <a:cubicBezTo>
                  <a:pt x="1228973" y="5040"/>
                  <a:pt x="915486" y="45645"/>
                  <a:pt x="774497" y="27432"/>
                </a:cubicBezTo>
                <a:cubicBezTo>
                  <a:pt x="633508" y="9219"/>
                  <a:pt x="361442" y="-1963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480560" h="27432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1045" y="9333"/>
                  <a:pt x="4481838" y="19699"/>
                  <a:pt x="4480560" y="27432"/>
                </a:cubicBezTo>
                <a:cubicBezTo>
                  <a:pt x="4279652" y="2294"/>
                  <a:pt x="4200762" y="50710"/>
                  <a:pt x="3930091" y="27432"/>
                </a:cubicBezTo>
                <a:cubicBezTo>
                  <a:pt x="3659420" y="4154"/>
                  <a:pt x="3456052" y="31438"/>
                  <a:pt x="3290011" y="27432"/>
                </a:cubicBezTo>
                <a:cubicBezTo>
                  <a:pt x="3123970" y="23426"/>
                  <a:pt x="2882392" y="41962"/>
                  <a:pt x="2649931" y="27432"/>
                </a:cubicBezTo>
                <a:cubicBezTo>
                  <a:pt x="2417470" y="12902"/>
                  <a:pt x="2238426" y="16481"/>
                  <a:pt x="2054657" y="27432"/>
                </a:cubicBezTo>
                <a:cubicBezTo>
                  <a:pt x="1870888" y="38383"/>
                  <a:pt x="1566368" y="54184"/>
                  <a:pt x="1324966" y="27432"/>
                </a:cubicBezTo>
                <a:cubicBezTo>
                  <a:pt x="1083564" y="680"/>
                  <a:pt x="787410" y="20090"/>
                  <a:pt x="595274" y="27432"/>
                </a:cubicBezTo>
                <a:cubicBezTo>
                  <a:pt x="403138" y="34774"/>
                  <a:pt x="169622" y="19643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4445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9941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37704-80BD-41B0-8395-41618EC3A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1920" cy="342900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DA4032-EC66-4974-BD30-898B60E4B5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03520" y="548640"/>
            <a:ext cx="6053328" cy="543153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1802D0-5574-4631-BA49-92362F8E40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977640"/>
            <a:ext cx="3931920" cy="2002536"/>
          </a:xfrm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2C2F5B-DDDD-4E64-94A9-99E46F4B0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FA8D36-8865-48E7-8249-ED729A5F7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0F98C3-0B62-4361-8408-A01F70807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6" descr="Tag=AccentColor&#10;Flavor=Light&#10;Target=FillAndLine">
            <a:extLst>
              <a:ext uri="{FF2B5EF4-FFF2-40B4-BE49-F238E27FC236}">
                <a16:creationId xmlns:a16="http://schemas.microsoft.com/office/drawing/2014/main" id="{FE511AB6-FEAF-4549-BA88-0764BD10B63D}"/>
              </a:ext>
            </a:extLst>
          </p:cNvPr>
          <p:cNvSpPr/>
          <p:nvPr/>
        </p:nvSpPr>
        <p:spPr>
          <a:xfrm rot="5400000">
            <a:off x="2798064" y="3254143"/>
            <a:ext cx="4480560" cy="27432"/>
          </a:xfrm>
          <a:custGeom>
            <a:avLst/>
            <a:gdLst>
              <a:gd name="csX0" fmla="*/ 0 w 4480560"/>
              <a:gd name="csY0" fmla="*/ 0 h 27432"/>
              <a:gd name="csX1" fmla="*/ 595274 w 4480560"/>
              <a:gd name="csY1" fmla="*/ 0 h 27432"/>
              <a:gd name="csX2" fmla="*/ 1100938 w 4480560"/>
              <a:gd name="csY2" fmla="*/ 0 h 27432"/>
              <a:gd name="csX3" fmla="*/ 1651406 w 4480560"/>
              <a:gd name="csY3" fmla="*/ 0 h 27432"/>
              <a:gd name="csX4" fmla="*/ 2336292 w 4480560"/>
              <a:gd name="csY4" fmla="*/ 0 h 27432"/>
              <a:gd name="csX5" fmla="*/ 2931566 w 4480560"/>
              <a:gd name="csY5" fmla="*/ 0 h 27432"/>
              <a:gd name="csX6" fmla="*/ 3482035 w 4480560"/>
              <a:gd name="csY6" fmla="*/ 0 h 27432"/>
              <a:gd name="csX7" fmla="*/ 4480560 w 4480560"/>
              <a:gd name="csY7" fmla="*/ 0 h 27432"/>
              <a:gd name="csX8" fmla="*/ 4480560 w 4480560"/>
              <a:gd name="csY8" fmla="*/ 27432 h 27432"/>
              <a:gd name="csX9" fmla="*/ 3840480 w 4480560"/>
              <a:gd name="csY9" fmla="*/ 27432 h 27432"/>
              <a:gd name="csX10" fmla="*/ 3290011 w 4480560"/>
              <a:gd name="csY10" fmla="*/ 27432 h 27432"/>
              <a:gd name="csX11" fmla="*/ 2560320 w 4480560"/>
              <a:gd name="csY11" fmla="*/ 27432 h 27432"/>
              <a:gd name="csX12" fmla="*/ 1965046 w 4480560"/>
              <a:gd name="csY12" fmla="*/ 27432 h 27432"/>
              <a:gd name="csX13" fmla="*/ 1459382 w 4480560"/>
              <a:gd name="csY13" fmla="*/ 27432 h 27432"/>
              <a:gd name="csX14" fmla="*/ 774497 w 4480560"/>
              <a:gd name="csY14" fmla="*/ 27432 h 27432"/>
              <a:gd name="csX15" fmla="*/ 0 w 4480560"/>
              <a:gd name="csY15" fmla="*/ 27432 h 27432"/>
              <a:gd name="csX16" fmla="*/ 0 w 4480560"/>
              <a:gd name="csY16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27432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79587" y="8304"/>
                  <a:pt x="4480082" y="21512"/>
                  <a:pt x="4480560" y="27432"/>
                </a:cubicBezTo>
                <a:cubicBezTo>
                  <a:pt x="4314132" y="24068"/>
                  <a:pt x="4028383" y="45776"/>
                  <a:pt x="3840480" y="27432"/>
                </a:cubicBezTo>
                <a:cubicBezTo>
                  <a:pt x="3652577" y="9088"/>
                  <a:pt x="3547615" y="11992"/>
                  <a:pt x="3290011" y="27432"/>
                </a:cubicBezTo>
                <a:cubicBezTo>
                  <a:pt x="3032407" y="42872"/>
                  <a:pt x="2830268" y="17863"/>
                  <a:pt x="2560320" y="27432"/>
                </a:cubicBezTo>
                <a:cubicBezTo>
                  <a:pt x="2290372" y="37001"/>
                  <a:pt x="2147422" y="15872"/>
                  <a:pt x="1965046" y="27432"/>
                </a:cubicBezTo>
                <a:cubicBezTo>
                  <a:pt x="1782670" y="38992"/>
                  <a:pt x="1689791" y="49824"/>
                  <a:pt x="1459382" y="27432"/>
                </a:cubicBezTo>
                <a:cubicBezTo>
                  <a:pt x="1228973" y="5040"/>
                  <a:pt x="915486" y="45645"/>
                  <a:pt x="774497" y="27432"/>
                </a:cubicBezTo>
                <a:cubicBezTo>
                  <a:pt x="633508" y="9219"/>
                  <a:pt x="361442" y="-1963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480560" h="27432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1045" y="9333"/>
                  <a:pt x="4481838" y="19699"/>
                  <a:pt x="4480560" y="27432"/>
                </a:cubicBezTo>
                <a:cubicBezTo>
                  <a:pt x="4279652" y="2294"/>
                  <a:pt x="4200762" y="50710"/>
                  <a:pt x="3930091" y="27432"/>
                </a:cubicBezTo>
                <a:cubicBezTo>
                  <a:pt x="3659420" y="4154"/>
                  <a:pt x="3456052" y="31438"/>
                  <a:pt x="3290011" y="27432"/>
                </a:cubicBezTo>
                <a:cubicBezTo>
                  <a:pt x="3123970" y="23426"/>
                  <a:pt x="2882392" y="41962"/>
                  <a:pt x="2649931" y="27432"/>
                </a:cubicBezTo>
                <a:cubicBezTo>
                  <a:pt x="2417470" y="12902"/>
                  <a:pt x="2238426" y="16481"/>
                  <a:pt x="2054657" y="27432"/>
                </a:cubicBezTo>
                <a:cubicBezTo>
                  <a:pt x="1870888" y="38383"/>
                  <a:pt x="1566368" y="54184"/>
                  <a:pt x="1324966" y="27432"/>
                </a:cubicBezTo>
                <a:cubicBezTo>
                  <a:pt x="1083564" y="680"/>
                  <a:pt x="787410" y="20090"/>
                  <a:pt x="595274" y="27432"/>
                </a:cubicBezTo>
                <a:cubicBezTo>
                  <a:pt x="403138" y="34774"/>
                  <a:pt x="169622" y="19643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4445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5719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7CF8D-FF51-4FD8-B968-A2C850734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61A953-02EA-491B-A215-AF8420D74D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084D1E-BC98-44E4-8D2C-89CCDC293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3019EB-9C2B-4833-B72A-147694159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F6E764-5688-45F5-94ED-A7357D2F5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8675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20E3CB6-3025-40BF-A04B-A7B0CB4C01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DD5CB3-8B24-48C7-89D3-8DCAD36A45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0BC931-E2BF-4C1D-91AA-89F82F826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48A135-AEE9-4483-957E-3D143318D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8DEFD4-A052-46B3-B2AE-F3091D8A2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1432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72D13B-FFCB-4650-AD3C-CB5037352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CA9470-DF15-46A1-BF0E-8A5367A4B0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3047CB-E94D-482F-BACA-681E96C0EC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345051-2045-45DA-935E-2E3CA1A69ADC}" type="datetimeFigureOut">
              <a:rPr lang="en-US" smtClean="0"/>
              <a:t>12/3/2025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FDA4B5-E797-42FC-8B7A-2294DF24A3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8ED201-6D0E-422C-B4EC-566A3DC298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CD31F4-64FA-4BA0-9498-67783267A8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96655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9" r:id="rId1"/>
    <p:sldLayoutId id="2147483780" r:id="rId2"/>
    <p:sldLayoutId id="2147483781" r:id="rId3"/>
    <p:sldLayoutId id="2147483782" r:id="rId4"/>
    <p:sldLayoutId id="2147483783" r:id="rId5"/>
    <p:sldLayoutId id="2147483777" r:id="rId6"/>
    <p:sldLayoutId id="2147483773" r:id="rId7"/>
    <p:sldLayoutId id="2147483774" r:id="rId8"/>
    <p:sldLayoutId id="2147483775" r:id="rId9"/>
    <p:sldLayoutId id="2147483776" r:id="rId10"/>
    <p:sldLayoutId id="2147483778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5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D4F87819-B70D-4927-B657-7D175613F9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DCB3820D-C773-4632-9F79-C890E1B2B5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177668"/>
          </a:xfrm>
          <a:custGeom>
            <a:avLst/>
            <a:gdLst>
              <a:gd name="connsiteX0" fmla="*/ 6861986 w 12191999"/>
              <a:gd name="connsiteY0" fmla="*/ 6107659 h 6177668"/>
              <a:gd name="connsiteX1" fmla="*/ 6860986 w 12191999"/>
              <a:gd name="connsiteY1" fmla="*/ 6107739 h 6177668"/>
              <a:gd name="connsiteX2" fmla="*/ 6860759 w 12191999"/>
              <a:gd name="connsiteY2" fmla="*/ 6108287 h 6177668"/>
              <a:gd name="connsiteX3" fmla="*/ 0 w 12191999"/>
              <a:gd name="connsiteY3" fmla="*/ 0 h 6177668"/>
              <a:gd name="connsiteX4" fmla="*/ 12191999 w 12191999"/>
              <a:gd name="connsiteY4" fmla="*/ 0 h 6177668"/>
              <a:gd name="connsiteX5" fmla="*/ 12191999 w 12191999"/>
              <a:gd name="connsiteY5" fmla="*/ 5215324 h 6177668"/>
              <a:gd name="connsiteX6" fmla="*/ 12144282 w 12191999"/>
              <a:gd name="connsiteY6" fmla="*/ 5229900 h 6177668"/>
              <a:gd name="connsiteX7" fmla="*/ 11759192 w 12191999"/>
              <a:gd name="connsiteY7" fmla="*/ 5336208 h 6177668"/>
              <a:gd name="connsiteX8" fmla="*/ 10505159 w 12191999"/>
              <a:gd name="connsiteY8" fmla="*/ 5627228 h 6177668"/>
              <a:gd name="connsiteX9" fmla="*/ 9501755 w 12191999"/>
              <a:gd name="connsiteY9" fmla="*/ 5807012 h 6177668"/>
              <a:gd name="connsiteX10" fmla="*/ 8534155 w 12191999"/>
              <a:gd name="connsiteY10" fmla="*/ 5944240 h 6177668"/>
              <a:gd name="connsiteX11" fmla="*/ 7790171 w 12191999"/>
              <a:gd name="connsiteY11" fmla="*/ 6026297 h 6177668"/>
              <a:gd name="connsiteX12" fmla="*/ 7024337 w 12191999"/>
              <a:gd name="connsiteY12" fmla="*/ 6093812 h 6177668"/>
              <a:gd name="connsiteX13" fmla="*/ 7008892 w 12191999"/>
              <a:gd name="connsiteY13" fmla="*/ 6095938 h 6177668"/>
              <a:gd name="connsiteX14" fmla="*/ 6862735 w 12191999"/>
              <a:gd name="connsiteY14" fmla="*/ 6107599 h 6177668"/>
              <a:gd name="connsiteX15" fmla="*/ 6872248 w 12191999"/>
              <a:gd name="connsiteY15" fmla="*/ 6109467 h 6177668"/>
              <a:gd name="connsiteX16" fmla="*/ 6907812 w 12191999"/>
              <a:gd name="connsiteY16" fmla="*/ 6107715 h 6177668"/>
              <a:gd name="connsiteX17" fmla="*/ 6956484 w 12191999"/>
              <a:gd name="connsiteY17" fmla="*/ 6104658 h 6177668"/>
              <a:gd name="connsiteX18" fmla="*/ 7652688 w 12191999"/>
              <a:gd name="connsiteY18" fmla="*/ 6071273 h 6177668"/>
              <a:gd name="connsiteX19" fmla="*/ 8699923 w 12191999"/>
              <a:gd name="connsiteY19" fmla="*/ 5982083 h 6177668"/>
              <a:gd name="connsiteX20" fmla="*/ 9557819 w 12191999"/>
              <a:gd name="connsiteY20" fmla="*/ 5875435 h 6177668"/>
              <a:gd name="connsiteX21" fmla="*/ 10709534 w 12191999"/>
              <a:gd name="connsiteY21" fmla="*/ 5676156 h 6177668"/>
              <a:gd name="connsiteX22" fmla="*/ 12081554 w 12191999"/>
              <a:gd name="connsiteY22" fmla="*/ 5341561 h 6177668"/>
              <a:gd name="connsiteX23" fmla="*/ 12191999 w 12191999"/>
              <a:gd name="connsiteY23" fmla="*/ 5308238 h 6177668"/>
              <a:gd name="connsiteX24" fmla="*/ 12191999 w 12191999"/>
              <a:gd name="connsiteY24" fmla="*/ 5364054 h 6177668"/>
              <a:gd name="connsiteX25" fmla="*/ 11911964 w 12191999"/>
              <a:gd name="connsiteY25" fmla="*/ 5447316 h 6177668"/>
              <a:gd name="connsiteX26" fmla="*/ 11020049 w 12191999"/>
              <a:gd name="connsiteY26" fmla="*/ 5667491 h 6177668"/>
              <a:gd name="connsiteX27" fmla="*/ 10064425 w 12191999"/>
              <a:gd name="connsiteY27" fmla="*/ 5852245 h 6177668"/>
              <a:gd name="connsiteX28" fmla="*/ 9264124 w 12191999"/>
              <a:gd name="connsiteY28" fmla="*/ 5971252 h 6177668"/>
              <a:gd name="connsiteX29" fmla="*/ 8654182 w 12191999"/>
              <a:gd name="connsiteY29" fmla="*/ 6042605 h 6177668"/>
              <a:gd name="connsiteX30" fmla="*/ 7938866 w 12191999"/>
              <a:gd name="connsiteY30" fmla="*/ 6105677 h 6177668"/>
              <a:gd name="connsiteX31" fmla="*/ 7008089 w 12191999"/>
              <a:gd name="connsiteY31" fmla="*/ 6158427 h 6177668"/>
              <a:gd name="connsiteX32" fmla="*/ 6549390 w 12191999"/>
              <a:gd name="connsiteY32" fmla="*/ 6172697 h 6177668"/>
              <a:gd name="connsiteX33" fmla="*/ 6433696 w 12191999"/>
              <a:gd name="connsiteY33" fmla="*/ 6177668 h 6177668"/>
              <a:gd name="connsiteX34" fmla="*/ 6127899 w 12191999"/>
              <a:gd name="connsiteY34" fmla="*/ 6177668 h 6177668"/>
              <a:gd name="connsiteX35" fmla="*/ 6048391 w 12191999"/>
              <a:gd name="connsiteY35" fmla="*/ 6172953 h 6177668"/>
              <a:gd name="connsiteX36" fmla="*/ 5334221 w 12191999"/>
              <a:gd name="connsiteY36" fmla="*/ 6135747 h 6177668"/>
              <a:gd name="connsiteX37" fmla="*/ 4413510 w 12191999"/>
              <a:gd name="connsiteY37" fmla="*/ 6072039 h 6177668"/>
              <a:gd name="connsiteX38" fmla="*/ 3438265 w 12191999"/>
              <a:gd name="connsiteY38" fmla="*/ 5970870 h 6177668"/>
              <a:gd name="connsiteX39" fmla="*/ 2425303 w 12191999"/>
              <a:gd name="connsiteY39" fmla="*/ 5848805 h 6177668"/>
              <a:gd name="connsiteX40" fmla="*/ 1293973 w 12191999"/>
              <a:gd name="connsiteY40" fmla="*/ 5671060 h 6177668"/>
              <a:gd name="connsiteX41" fmla="*/ 126888 w 12191999"/>
              <a:gd name="connsiteY41" fmla="*/ 5425029 h 6177668"/>
              <a:gd name="connsiteX42" fmla="*/ 0 w 12191999"/>
              <a:gd name="connsiteY42" fmla="*/ 5392100 h 6177668"/>
              <a:gd name="connsiteX43" fmla="*/ 0 w 12191999"/>
              <a:gd name="connsiteY43" fmla="*/ 5333771 h 6177668"/>
              <a:gd name="connsiteX44" fmla="*/ 130837 w 12191999"/>
              <a:gd name="connsiteY44" fmla="*/ 5368509 h 6177668"/>
              <a:gd name="connsiteX45" fmla="*/ 660204 w 12191999"/>
              <a:gd name="connsiteY45" fmla="*/ 5490001 h 6177668"/>
              <a:gd name="connsiteX46" fmla="*/ 1831416 w 12191999"/>
              <a:gd name="connsiteY46" fmla="*/ 5705715 h 6177668"/>
              <a:gd name="connsiteX47" fmla="*/ 2677204 w 12191999"/>
              <a:gd name="connsiteY47" fmla="*/ 5825742 h 6177668"/>
              <a:gd name="connsiteX48" fmla="*/ 2644716 w 12191999"/>
              <a:gd name="connsiteY48" fmla="*/ 5815549 h 6177668"/>
              <a:gd name="connsiteX49" fmla="*/ 1173182 w 12191999"/>
              <a:gd name="connsiteY49" fmla="*/ 5474074 h 6177668"/>
              <a:gd name="connsiteX50" fmla="*/ 479527 w 12191999"/>
              <a:gd name="connsiteY50" fmla="*/ 5269379 h 6177668"/>
              <a:gd name="connsiteX51" fmla="*/ 0 w 12191999"/>
              <a:gd name="connsiteY51" fmla="*/ 5107083 h 61776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1999" h="6177668">
                <a:moveTo>
                  <a:pt x="6861986" y="6107659"/>
                </a:moveTo>
                <a:lnTo>
                  <a:pt x="6860986" y="6107739"/>
                </a:lnTo>
                <a:lnTo>
                  <a:pt x="6860759" y="6108287"/>
                </a:lnTo>
                <a:close/>
                <a:moveTo>
                  <a:pt x="0" y="0"/>
                </a:moveTo>
                <a:lnTo>
                  <a:pt x="12191999" y="0"/>
                </a:lnTo>
                <a:lnTo>
                  <a:pt x="12191999" y="5215324"/>
                </a:lnTo>
                <a:lnTo>
                  <a:pt x="12144282" y="5229900"/>
                </a:lnTo>
                <a:cubicBezTo>
                  <a:pt x="12016423" y="5267070"/>
                  <a:pt x="11888048" y="5302510"/>
                  <a:pt x="11759192" y="5336208"/>
                </a:cubicBezTo>
                <a:cubicBezTo>
                  <a:pt x="11344324" y="5446552"/>
                  <a:pt x="10926015" y="5542623"/>
                  <a:pt x="10505159" y="5627228"/>
                </a:cubicBezTo>
                <a:cubicBezTo>
                  <a:pt x="10171926" y="5694160"/>
                  <a:pt x="9837459" y="5754097"/>
                  <a:pt x="9501755" y="5807012"/>
                </a:cubicBezTo>
                <a:cubicBezTo>
                  <a:pt x="9180066" y="5857979"/>
                  <a:pt x="8857537" y="5903722"/>
                  <a:pt x="8534155" y="5944240"/>
                </a:cubicBezTo>
                <a:cubicBezTo>
                  <a:pt x="8286585" y="5975202"/>
                  <a:pt x="8038506" y="6001450"/>
                  <a:pt x="7790171" y="6026297"/>
                </a:cubicBezTo>
                <a:lnTo>
                  <a:pt x="7024337" y="6093812"/>
                </a:lnTo>
                <a:lnTo>
                  <a:pt x="7008892" y="6095938"/>
                </a:lnTo>
                <a:lnTo>
                  <a:pt x="6862735" y="6107599"/>
                </a:lnTo>
                <a:lnTo>
                  <a:pt x="6872248" y="6109467"/>
                </a:lnTo>
                <a:cubicBezTo>
                  <a:pt x="6883954" y="6109945"/>
                  <a:pt x="6896090" y="6107715"/>
                  <a:pt x="6907812" y="6107715"/>
                </a:cubicBezTo>
                <a:cubicBezTo>
                  <a:pt x="6923994" y="6107715"/>
                  <a:pt x="6940176" y="6105039"/>
                  <a:pt x="6956484" y="6104658"/>
                </a:cubicBezTo>
                <a:cubicBezTo>
                  <a:pt x="7188765" y="6099052"/>
                  <a:pt x="7420790" y="6086564"/>
                  <a:pt x="7652688" y="6071273"/>
                </a:cubicBezTo>
                <a:cubicBezTo>
                  <a:pt x="8002191" y="6048212"/>
                  <a:pt x="8351439" y="6019289"/>
                  <a:pt x="8699923" y="5982083"/>
                </a:cubicBezTo>
                <a:cubicBezTo>
                  <a:pt x="8986610" y="5952012"/>
                  <a:pt x="9272570" y="5916463"/>
                  <a:pt x="9557819" y="5875435"/>
                </a:cubicBezTo>
                <a:cubicBezTo>
                  <a:pt x="9943546" y="5819627"/>
                  <a:pt x="10327451" y="5753205"/>
                  <a:pt x="10709534" y="5676156"/>
                </a:cubicBezTo>
                <a:cubicBezTo>
                  <a:pt x="11171292" y="5582632"/>
                  <a:pt x="11629098" y="5472289"/>
                  <a:pt x="12081554" y="5341561"/>
                </a:cubicBezTo>
                <a:lnTo>
                  <a:pt x="12191999" y="5308238"/>
                </a:lnTo>
                <a:lnTo>
                  <a:pt x="12191999" y="5364054"/>
                </a:lnTo>
                <a:lnTo>
                  <a:pt x="11911964" y="5447316"/>
                </a:lnTo>
                <a:cubicBezTo>
                  <a:pt x="11616866" y="5529116"/>
                  <a:pt x="11319604" y="5601872"/>
                  <a:pt x="11020049" y="5667491"/>
                </a:cubicBezTo>
                <a:cubicBezTo>
                  <a:pt x="10703036" y="5737061"/>
                  <a:pt x="10384496" y="5798641"/>
                  <a:pt x="10064425" y="5852245"/>
                </a:cubicBezTo>
                <a:cubicBezTo>
                  <a:pt x="9798381" y="5896841"/>
                  <a:pt x="9531609" y="5936505"/>
                  <a:pt x="9264124" y="5971252"/>
                </a:cubicBezTo>
                <a:cubicBezTo>
                  <a:pt x="9061021" y="5997500"/>
                  <a:pt x="8857919" y="6022219"/>
                  <a:pt x="8654182" y="6042605"/>
                </a:cubicBezTo>
                <a:cubicBezTo>
                  <a:pt x="8416040" y="6065924"/>
                  <a:pt x="8177644" y="6087966"/>
                  <a:pt x="7938866" y="6105677"/>
                </a:cubicBezTo>
                <a:cubicBezTo>
                  <a:pt x="7628862" y="6128611"/>
                  <a:pt x="7318730" y="6146960"/>
                  <a:pt x="7008089" y="6158427"/>
                </a:cubicBezTo>
                <a:cubicBezTo>
                  <a:pt x="6855189" y="6164034"/>
                  <a:pt x="6702290" y="6167984"/>
                  <a:pt x="6549390" y="6172697"/>
                </a:cubicBezTo>
                <a:cubicBezTo>
                  <a:pt x="6510756" y="6170558"/>
                  <a:pt x="6472010" y="6172226"/>
                  <a:pt x="6433696" y="6177668"/>
                </a:cubicBezTo>
                <a:lnTo>
                  <a:pt x="6127899" y="6177668"/>
                </a:lnTo>
                <a:lnTo>
                  <a:pt x="6048391" y="6172953"/>
                </a:lnTo>
                <a:cubicBezTo>
                  <a:pt x="5810377" y="6160212"/>
                  <a:pt x="5572363" y="6146069"/>
                  <a:pt x="5334221" y="6135747"/>
                </a:cubicBezTo>
                <a:cubicBezTo>
                  <a:pt x="5026766" y="6123004"/>
                  <a:pt x="4719692" y="6101983"/>
                  <a:pt x="4413510" y="6072039"/>
                </a:cubicBezTo>
                <a:cubicBezTo>
                  <a:pt x="4088215" y="6040312"/>
                  <a:pt x="3763687" y="6004763"/>
                  <a:pt x="3438265" y="5970870"/>
                </a:cubicBezTo>
                <a:cubicBezTo>
                  <a:pt x="3099935" y="5935704"/>
                  <a:pt x="2762281" y="5895019"/>
                  <a:pt x="2425303" y="5848805"/>
                </a:cubicBezTo>
                <a:cubicBezTo>
                  <a:pt x="2047042" y="5797329"/>
                  <a:pt x="1669936" y="5738080"/>
                  <a:pt x="1293973" y="5671060"/>
                </a:cubicBezTo>
                <a:cubicBezTo>
                  <a:pt x="902168" y="5600534"/>
                  <a:pt x="512942" y="5519976"/>
                  <a:pt x="126888" y="5425029"/>
                </a:cubicBezTo>
                <a:lnTo>
                  <a:pt x="0" y="5392100"/>
                </a:lnTo>
                <a:lnTo>
                  <a:pt x="0" y="5333771"/>
                </a:lnTo>
                <a:lnTo>
                  <a:pt x="130837" y="5368509"/>
                </a:lnTo>
                <a:cubicBezTo>
                  <a:pt x="306720" y="5411799"/>
                  <a:pt x="483287" y="5452095"/>
                  <a:pt x="660204" y="5490001"/>
                </a:cubicBezTo>
                <a:cubicBezTo>
                  <a:pt x="1048569" y="5572948"/>
                  <a:pt x="1439228" y="5643664"/>
                  <a:pt x="1831416" y="5705715"/>
                </a:cubicBezTo>
                <a:cubicBezTo>
                  <a:pt x="2114917" y="5750440"/>
                  <a:pt x="2398801" y="5791595"/>
                  <a:pt x="2677204" y="5825742"/>
                </a:cubicBezTo>
                <a:cubicBezTo>
                  <a:pt x="2669177" y="5828418"/>
                  <a:pt x="2658222" y="5818097"/>
                  <a:pt x="2644716" y="5815549"/>
                </a:cubicBezTo>
                <a:cubicBezTo>
                  <a:pt x="2149740" y="5721171"/>
                  <a:pt x="1659233" y="5607352"/>
                  <a:pt x="1173182" y="5474074"/>
                </a:cubicBezTo>
                <a:cubicBezTo>
                  <a:pt x="940520" y="5410366"/>
                  <a:pt x="709302" y="5342134"/>
                  <a:pt x="479527" y="5269379"/>
                </a:cubicBezTo>
                <a:lnTo>
                  <a:pt x="0" y="510708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38A1954-82BE-FC4D-ED9F-F76CE180D42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5000"/>
          </a:blip>
          <a:srcRect t="4464" r="-2" b="18781"/>
          <a:stretch>
            <a:fillRect/>
          </a:stretch>
        </p:blipFill>
        <p:spPr>
          <a:xfrm>
            <a:off x="20" y="10"/>
            <a:ext cx="12191979" cy="6177658"/>
          </a:xfrm>
          <a:custGeom>
            <a:avLst/>
            <a:gdLst/>
            <a:ahLst/>
            <a:cxnLst/>
            <a:rect l="l" t="t" r="r" b="b"/>
            <a:pathLst>
              <a:path w="12191999" h="6177668">
                <a:moveTo>
                  <a:pt x="6861986" y="6107659"/>
                </a:moveTo>
                <a:lnTo>
                  <a:pt x="6860986" y="6107739"/>
                </a:lnTo>
                <a:lnTo>
                  <a:pt x="6860759" y="6108287"/>
                </a:lnTo>
                <a:close/>
                <a:moveTo>
                  <a:pt x="0" y="0"/>
                </a:moveTo>
                <a:lnTo>
                  <a:pt x="12191999" y="0"/>
                </a:lnTo>
                <a:lnTo>
                  <a:pt x="12191999" y="5215324"/>
                </a:lnTo>
                <a:lnTo>
                  <a:pt x="12144282" y="5229900"/>
                </a:lnTo>
                <a:cubicBezTo>
                  <a:pt x="12016423" y="5267070"/>
                  <a:pt x="11888048" y="5302510"/>
                  <a:pt x="11759192" y="5336208"/>
                </a:cubicBezTo>
                <a:cubicBezTo>
                  <a:pt x="11344324" y="5446552"/>
                  <a:pt x="10926015" y="5542623"/>
                  <a:pt x="10505159" y="5627228"/>
                </a:cubicBezTo>
                <a:cubicBezTo>
                  <a:pt x="10171926" y="5694160"/>
                  <a:pt x="9837459" y="5754097"/>
                  <a:pt x="9501755" y="5807012"/>
                </a:cubicBezTo>
                <a:cubicBezTo>
                  <a:pt x="9180066" y="5857979"/>
                  <a:pt x="8857537" y="5903722"/>
                  <a:pt x="8534155" y="5944240"/>
                </a:cubicBezTo>
                <a:cubicBezTo>
                  <a:pt x="8286585" y="5975202"/>
                  <a:pt x="8038506" y="6001450"/>
                  <a:pt x="7790171" y="6026297"/>
                </a:cubicBezTo>
                <a:lnTo>
                  <a:pt x="7024337" y="6093812"/>
                </a:lnTo>
                <a:lnTo>
                  <a:pt x="7008892" y="6095938"/>
                </a:lnTo>
                <a:lnTo>
                  <a:pt x="6862735" y="6107599"/>
                </a:lnTo>
                <a:lnTo>
                  <a:pt x="6872248" y="6109467"/>
                </a:lnTo>
                <a:cubicBezTo>
                  <a:pt x="6883954" y="6109945"/>
                  <a:pt x="6896090" y="6107715"/>
                  <a:pt x="6907812" y="6107715"/>
                </a:cubicBezTo>
                <a:cubicBezTo>
                  <a:pt x="6923994" y="6107715"/>
                  <a:pt x="6940176" y="6105039"/>
                  <a:pt x="6956484" y="6104658"/>
                </a:cubicBezTo>
                <a:cubicBezTo>
                  <a:pt x="7188765" y="6099052"/>
                  <a:pt x="7420790" y="6086564"/>
                  <a:pt x="7652688" y="6071273"/>
                </a:cubicBezTo>
                <a:cubicBezTo>
                  <a:pt x="8002191" y="6048212"/>
                  <a:pt x="8351439" y="6019289"/>
                  <a:pt x="8699923" y="5982083"/>
                </a:cubicBezTo>
                <a:cubicBezTo>
                  <a:pt x="8986610" y="5952012"/>
                  <a:pt x="9272570" y="5916463"/>
                  <a:pt x="9557819" y="5875435"/>
                </a:cubicBezTo>
                <a:cubicBezTo>
                  <a:pt x="9943546" y="5819627"/>
                  <a:pt x="10327451" y="5753205"/>
                  <a:pt x="10709534" y="5676156"/>
                </a:cubicBezTo>
                <a:cubicBezTo>
                  <a:pt x="11171292" y="5582632"/>
                  <a:pt x="11629098" y="5472289"/>
                  <a:pt x="12081554" y="5341561"/>
                </a:cubicBezTo>
                <a:lnTo>
                  <a:pt x="12191999" y="5308238"/>
                </a:lnTo>
                <a:lnTo>
                  <a:pt x="12191999" y="5364054"/>
                </a:lnTo>
                <a:lnTo>
                  <a:pt x="11911964" y="5447316"/>
                </a:lnTo>
                <a:cubicBezTo>
                  <a:pt x="11616866" y="5529116"/>
                  <a:pt x="11319604" y="5601872"/>
                  <a:pt x="11020049" y="5667491"/>
                </a:cubicBezTo>
                <a:cubicBezTo>
                  <a:pt x="10703036" y="5737061"/>
                  <a:pt x="10384496" y="5798641"/>
                  <a:pt x="10064425" y="5852245"/>
                </a:cubicBezTo>
                <a:cubicBezTo>
                  <a:pt x="9798381" y="5896841"/>
                  <a:pt x="9531609" y="5936505"/>
                  <a:pt x="9264124" y="5971252"/>
                </a:cubicBezTo>
                <a:cubicBezTo>
                  <a:pt x="9061021" y="5997500"/>
                  <a:pt x="8857919" y="6022219"/>
                  <a:pt x="8654182" y="6042605"/>
                </a:cubicBezTo>
                <a:cubicBezTo>
                  <a:pt x="8416040" y="6065924"/>
                  <a:pt x="8177644" y="6087966"/>
                  <a:pt x="7938866" y="6105677"/>
                </a:cubicBezTo>
                <a:cubicBezTo>
                  <a:pt x="7628862" y="6128611"/>
                  <a:pt x="7318730" y="6146960"/>
                  <a:pt x="7008089" y="6158427"/>
                </a:cubicBezTo>
                <a:cubicBezTo>
                  <a:pt x="6855189" y="6164034"/>
                  <a:pt x="6702290" y="6167984"/>
                  <a:pt x="6549390" y="6172697"/>
                </a:cubicBezTo>
                <a:cubicBezTo>
                  <a:pt x="6510756" y="6170558"/>
                  <a:pt x="6472010" y="6172226"/>
                  <a:pt x="6433696" y="6177668"/>
                </a:cubicBezTo>
                <a:lnTo>
                  <a:pt x="6127899" y="6177668"/>
                </a:lnTo>
                <a:lnTo>
                  <a:pt x="6048391" y="6172953"/>
                </a:lnTo>
                <a:cubicBezTo>
                  <a:pt x="5810377" y="6160212"/>
                  <a:pt x="5572363" y="6146069"/>
                  <a:pt x="5334221" y="6135747"/>
                </a:cubicBezTo>
                <a:cubicBezTo>
                  <a:pt x="5026766" y="6123004"/>
                  <a:pt x="4719692" y="6101983"/>
                  <a:pt x="4413510" y="6072039"/>
                </a:cubicBezTo>
                <a:cubicBezTo>
                  <a:pt x="4088215" y="6040312"/>
                  <a:pt x="3763687" y="6004763"/>
                  <a:pt x="3438265" y="5970870"/>
                </a:cubicBezTo>
                <a:cubicBezTo>
                  <a:pt x="3099935" y="5935704"/>
                  <a:pt x="2762281" y="5895019"/>
                  <a:pt x="2425303" y="5848805"/>
                </a:cubicBezTo>
                <a:cubicBezTo>
                  <a:pt x="2047042" y="5797329"/>
                  <a:pt x="1669936" y="5738080"/>
                  <a:pt x="1293973" y="5671060"/>
                </a:cubicBezTo>
                <a:cubicBezTo>
                  <a:pt x="902168" y="5600534"/>
                  <a:pt x="512942" y="5519976"/>
                  <a:pt x="126888" y="5425029"/>
                </a:cubicBezTo>
                <a:lnTo>
                  <a:pt x="0" y="5392100"/>
                </a:lnTo>
                <a:lnTo>
                  <a:pt x="0" y="5333771"/>
                </a:lnTo>
                <a:lnTo>
                  <a:pt x="130837" y="5368509"/>
                </a:lnTo>
                <a:cubicBezTo>
                  <a:pt x="306720" y="5411799"/>
                  <a:pt x="483287" y="5452095"/>
                  <a:pt x="660204" y="5490001"/>
                </a:cubicBezTo>
                <a:cubicBezTo>
                  <a:pt x="1048569" y="5572948"/>
                  <a:pt x="1439228" y="5643664"/>
                  <a:pt x="1831416" y="5705715"/>
                </a:cubicBezTo>
                <a:cubicBezTo>
                  <a:pt x="2114917" y="5750440"/>
                  <a:pt x="2398801" y="5791595"/>
                  <a:pt x="2677204" y="5825742"/>
                </a:cubicBezTo>
                <a:cubicBezTo>
                  <a:pt x="2669177" y="5828418"/>
                  <a:pt x="2658222" y="5818097"/>
                  <a:pt x="2644716" y="5815549"/>
                </a:cubicBezTo>
                <a:cubicBezTo>
                  <a:pt x="2149740" y="5721171"/>
                  <a:pt x="1659233" y="5607352"/>
                  <a:pt x="1173182" y="5474074"/>
                </a:cubicBezTo>
                <a:cubicBezTo>
                  <a:pt x="940520" y="5410366"/>
                  <a:pt x="709302" y="5342134"/>
                  <a:pt x="479527" y="5269379"/>
                </a:cubicBezTo>
                <a:lnTo>
                  <a:pt x="0" y="5107083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026747"/>
            <a:ext cx="9144000" cy="2387600"/>
          </a:xfrm>
        </p:spPr>
        <p:txBody>
          <a:bodyPr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sz="8000">
                <a:solidFill>
                  <a:schemeClr val="bg1"/>
                </a:solidFill>
              </a:rPr>
              <a:t>Supermarket Management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927080"/>
            <a:ext cx="9144000" cy="1909355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Final Project</a:t>
            </a:r>
          </a:p>
          <a:p>
            <a:pPr algn="ctr"/>
            <a:r>
              <a:rPr lang="en-US" sz="3600" dirty="0">
                <a:solidFill>
                  <a:schemeClr val="bg1"/>
                </a:solidFill>
              </a:rPr>
              <a:t>COSC-2436-371</a:t>
            </a:r>
            <a:br>
              <a:rPr lang="en-US" sz="3600" dirty="0"/>
            </a:br>
            <a:r>
              <a:rPr lang="en-US" sz="3600" err="1">
                <a:solidFill>
                  <a:schemeClr val="bg1"/>
                </a:solidFill>
              </a:rPr>
              <a:t>Afraaz</a:t>
            </a:r>
            <a:r>
              <a:rPr lang="en-US" sz="3600" dirty="0">
                <a:solidFill>
                  <a:schemeClr val="bg1"/>
                </a:solidFill>
              </a:rPr>
              <a:t> Virani</a:t>
            </a:r>
            <a:br>
              <a:rPr lang="en-US" sz="3200" dirty="0"/>
            </a:b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17" name="Rectangle 6">
            <a:extLst>
              <a:ext uri="{FF2B5EF4-FFF2-40B4-BE49-F238E27FC236}">
                <a16:creationId xmlns:a16="http://schemas.microsoft.com/office/drawing/2014/main" id="{DCB8EB4B-AFE9-41E8-95B0-F246E57404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3650059"/>
            <a:ext cx="4243589" cy="27432"/>
          </a:xfrm>
          <a:custGeom>
            <a:avLst/>
            <a:gdLst>
              <a:gd name="csX0" fmla="*/ 0 w 4243589"/>
              <a:gd name="csY0" fmla="*/ 0 h 27432"/>
              <a:gd name="csX1" fmla="*/ 563791 w 4243589"/>
              <a:gd name="csY1" fmla="*/ 0 h 27432"/>
              <a:gd name="csX2" fmla="*/ 1042710 w 4243589"/>
              <a:gd name="csY2" fmla="*/ 0 h 27432"/>
              <a:gd name="csX3" fmla="*/ 1564066 w 4243589"/>
              <a:gd name="csY3" fmla="*/ 0 h 27432"/>
              <a:gd name="csX4" fmla="*/ 2212729 w 4243589"/>
              <a:gd name="csY4" fmla="*/ 0 h 27432"/>
              <a:gd name="csX5" fmla="*/ 2776520 w 4243589"/>
              <a:gd name="csY5" fmla="*/ 0 h 27432"/>
              <a:gd name="csX6" fmla="*/ 3297875 w 4243589"/>
              <a:gd name="csY6" fmla="*/ 0 h 27432"/>
              <a:gd name="csX7" fmla="*/ 4243589 w 4243589"/>
              <a:gd name="csY7" fmla="*/ 0 h 27432"/>
              <a:gd name="csX8" fmla="*/ 4243589 w 4243589"/>
              <a:gd name="csY8" fmla="*/ 27432 h 27432"/>
              <a:gd name="csX9" fmla="*/ 3637362 w 4243589"/>
              <a:gd name="csY9" fmla="*/ 27432 h 27432"/>
              <a:gd name="csX10" fmla="*/ 3116007 w 4243589"/>
              <a:gd name="csY10" fmla="*/ 27432 h 27432"/>
              <a:gd name="csX11" fmla="*/ 2424908 w 4243589"/>
              <a:gd name="csY11" fmla="*/ 27432 h 27432"/>
              <a:gd name="csX12" fmla="*/ 1861117 w 4243589"/>
              <a:gd name="csY12" fmla="*/ 27432 h 27432"/>
              <a:gd name="csX13" fmla="*/ 1382198 w 4243589"/>
              <a:gd name="csY13" fmla="*/ 27432 h 27432"/>
              <a:gd name="csX14" fmla="*/ 733535 w 4243589"/>
              <a:gd name="csY14" fmla="*/ 27432 h 27432"/>
              <a:gd name="csX15" fmla="*/ 0 w 4243589"/>
              <a:gd name="csY15" fmla="*/ 27432 h 27432"/>
              <a:gd name="csX16" fmla="*/ 0 w 4243589"/>
              <a:gd name="csY16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bg1"/>
          </a:solidFill>
          <a:ln w="38100" cap="rnd">
            <a:solidFill>
              <a:schemeClr val="bg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9041BA-C633-8047-97A7-E280CA85E1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91383B-A97D-0E09-A427-01264B4B26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Console-based C++ system built to handle admin + employee point-of-sale workflows.</a:t>
            </a:r>
          </a:p>
          <a:p>
            <a:r>
              <a:rPr lang="en-US" dirty="0"/>
              <a:t>Stores data through file I/O</a:t>
            </a:r>
          </a:p>
          <a:p>
            <a:r>
              <a:rPr lang="en-US" dirty="0"/>
              <a:t>Makes use of encryption for stored credentials.</a:t>
            </a:r>
          </a:p>
          <a:p>
            <a:r>
              <a:rPr lang="en-US" dirty="0"/>
              <a:t>Authenticates user.</a:t>
            </a:r>
          </a:p>
          <a:p>
            <a:r>
              <a:rPr lang="en-US" dirty="0"/>
              <a:t>Modelled around the general tasks required by a supermarket.</a:t>
            </a:r>
          </a:p>
        </p:txBody>
      </p:sp>
    </p:spTree>
    <p:extLst>
      <p:ext uri="{BB962C8B-B14F-4D97-AF65-F5344CB8AC3E}">
        <p14:creationId xmlns:p14="http://schemas.microsoft.com/office/powerpoint/2010/main" val="10876625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BA8AD-FD3F-E33E-D8E5-F9FEF05B63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331E51-0250-D1B8-F282-6DE3AD9AEB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User authentication for admin and employee accounts</a:t>
            </a:r>
          </a:p>
          <a:p>
            <a:r>
              <a:rPr lang="en-US" dirty="0"/>
              <a:t>Admin control : add items and employees</a:t>
            </a:r>
          </a:p>
          <a:p>
            <a:r>
              <a:rPr lang="en-US" dirty="0"/>
              <a:t>Employee POS billing system.</a:t>
            </a:r>
          </a:p>
          <a:p>
            <a:r>
              <a:rPr lang="en-US" dirty="0"/>
              <a:t>Data encryption</a:t>
            </a:r>
          </a:p>
          <a:p>
            <a:r>
              <a:rPr lang="en-US" dirty="0"/>
              <a:t>Inventory Management (name, type, quantity, pricing)</a:t>
            </a:r>
          </a:p>
          <a:p>
            <a:r>
              <a:rPr lang="en-US" dirty="0"/>
              <a:t>Automated re-ordering at &lt; 50 quantity.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64831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99F20E-0719-DA47-2B52-D1C1AB64A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Admin interface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A00095-D8CC-184F-01FE-1A4ECCE6B7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Admin login (enter user-id and password)</a:t>
            </a:r>
          </a:p>
          <a:p>
            <a:r>
              <a:rPr lang="en-US" dirty="0"/>
              <a:t>Add new items (name, price, quantity, type)</a:t>
            </a:r>
          </a:p>
          <a:p>
            <a:r>
              <a:rPr lang="en-US" dirty="0"/>
              <a:t>Add new employees (assign user-id and password)</a:t>
            </a:r>
          </a:p>
          <a:p>
            <a:r>
              <a:rPr lang="en-US" dirty="0"/>
              <a:t>Access to administrative procedures.</a:t>
            </a:r>
          </a:p>
        </p:txBody>
      </p:sp>
    </p:spTree>
    <p:extLst>
      <p:ext uri="{BB962C8B-B14F-4D97-AF65-F5344CB8AC3E}">
        <p14:creationId xmlns:p14="http://schemas.microsoft.com/office/powerpoint/2010/main" val="35074216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A3EB22-DE82-1E6D-44B3-57300B2A8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Employee interface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AE62A8-4643-EF2A-604D-B10BE4CC7B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Handles the POS (Point-of-Sale) system</a:t>
            </a:r>
          </a:p>
          <a:p>
            <a:r>
              <a:rPr lang="en-US" dirty="0">
                <a:ea typeface="+mn-lt"/>
                <a:cs typeface="+mn-lt"/>
              </a:rPr>
              <a:t>Employee login (enter user-id and password)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Items are listed (with prices and option numbers)</a:t>
            </a:r>
          </a:p>
          <a:p>
            <a:r>
              <a:rPr lang="en-US" dirty="0">
                <a:ea typeface="+mn-lt"/>
                <a:cs typeface="+mn-lt"/>
              </a:rPr>
              <a:t>Add items (by selecting option number and quantity)</a:t>
            </a:r>
          </a:p>
          <a:p>
            <a:r>
              <a:rPr lang="en-US" dirty="0">
                <a:ea typeface="+mn-lt"/>
                <a:cs typeface="+mn-lt"/>
              </a:rPr>
              <a:t>Generate final bill (with total amount and item breakdown)</a:t>
            </a:r>
          </a:p>
          <a:p>
            <a:r>
              <a:rPr lang="en-US" dirty="0">
                <a:ea typeface="+mn-lt"/>
                <a:cs typeface="+mn-lt"/>
              </a:rPr>
              <a:t>Payment handling (exact amount, change return)</a:t>
            </a:r>
          </a:p>
          <a:p>
            <a:r>
              <a:rPr lang="en-US" dirty="0">
                <a:ea typeface="+mn-lt"/>
                <a:cs typeface="+mn-lt"/>
              </a:rPr>
              <a:t>Automatically update inventory and reorder if item quantity is &lt; 50</a:t>
            </a:r>
          </a:p>
        </p:txBody>
      </p:sp>
    </p:spTree>
    <p:extLst>
      <p:ext uri="{BB962C8B-B14F-4D97-AF65-F5344CB8AC3E}">
        <p14:creationId xmlns:p14="http://schemas.microsoft.com/office/powerpoint/2010/main" val="36699113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B73834-309C-3DFD-090F-4503175EF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907B64-FE0A-23B4-D2BD-805777F4D4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Credentials authentication (invalid and valid)</a:t>
            </a:r>
          </a:p>
          <a:p>
            <a:r>
              <a:rPr lang="en-US" dirty="0"/>
              <a:t>Item and Employee Management (adding new items and employees, invalid inputs)</a:t>
            </a:r>
          </a:p>
          <a:p>
            <a:r>
              <a:rPr lang="en-US" dirty="0"/>
              <a:t>Billing and Payment (returning exact and change amounts, insufficient stock, bill calculation)</a:t>
            </a:r>
          </a:p>
          <a:p>
            <a:r>
              <a:rPr lang="en-US" dirty="0"/>
              <a:t>Inventory and Automated Reordering (check updated inventory after sale, automatic re-order when item quantity &lt; 50)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14310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985A0-27A0-DBCC-1BE6-BEEEA44BC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4F9A81-52F8-4CF8-B609-C2E9D6C5F4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Successful program which could be implemented in a supermarket.</a:t>
            </a:r>
          </a:p>
          <a:p>
            <a:r>
              <a:rPr lang="en-US" dirty="0"/>
              <a:t>Makes use of several key concepts such as filing, data authentication, and arrays.</a:t>
            </a:r>
          </a:p>
          <a:p>
            <a:r>
              <a:rPr lang="en-US" dirty="0"/>
              <a:t>Could be further improved by: </a:t>
            </a:r>
            <a:br>
              <a:rPr lang="en-US" dirty="0"/>
            </a:br>
            <a:r>
              <a:rPr lang="en-US" dirty="0"/>
              <a:t>- sorting items into their use cases (food, household appliances, medicines, etc.)</a:t>
            </a:r>
            <a:br>
              <a:rPr lang="en-US" dirty="0"/>
            </a:br>
            <a:r>
              <a:rPr lang="en-US" dirty="0"/>
              <a:t>- sales analysis and reports</a:t>
            </a:r>
            <a:br>
              <a:rPr lang="en-US" dirty="0"/>
            </a:br>
            <a:r>
              <a:rPr lang="en-US" dirty="0"/>
              <a:t>- barcode scanning of items</a:t>
            </a:r>
          </a:p>
        </p:txBody>
      </p:sp>
    </p:spTree>
    <p:extLst>
      <p:ext uri="{BB962C8B-B14F-4D97-AF65-F5344CB8AC3E}">
        <p14:creationId xmlns:p14="http://schemas.microsoft.com/office/powerpoint/2010/main" val="75118732"/>
      </p:ext>
    </p:extLst>
  </p:cSld>
  <p:clrMapOvr>
    <a:masterClrMapping/>
  </p:clrMapOvr>
</p:sld>
</file>

<file path=ppt/theme/theme1.xml><?xml version="1.0" encoding="utf-8"?>
<a:theme xmlns:a="http://schemas.openxmlformats.org/drawingml/2006/main" name="SketchyVTI">
  <a:themeElements>
    <a:clrScheme name="SketchyVTI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E4650E"/>
      </a:accent1>
      <a:accent2>
        <a:srgbClr val="00A5AB"/>
      </a:accent2>
      <a:accent3>
        <a:srgbClr val="09963B"/>
      </a:accent3>
      <a:accent4>
        <a:srgbClr val="E64823"/>
      </a:accent4>
      <a:accent5>
        <a:srgbClr val="9C6A6A"/>
      </a:accent5>
      <a:accent6>
        <a:srgbClr val="824F8C"/>
      </a:accent6>
      <a:hlink>
        <a:srgbClr val="2998E3"/>
      </a:hlink>
      <a:folHlink>
        <a:srgbClr val="7F723D"/>
      </a:folHlink>
    </a:clrScheme>
    <a:fontScheme name="Custom 2">
      <a:majorFont>
        <a:latin typeface="The Serif Hand Black"/>
        <a:ea typeface=""/>
        <a:cs typeface=""/>
      </a:majorFont>
      <a:minorFont>
        <a:latin typeface="The Hand Bol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ketchyVTI" id="{A6D2C935-A6E4-4DD9-BCC5-5AE2504DB8EA}" vid="{F0754072-50B6-4C01-B911-67246C9F58D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SketchyVTI</vt:lpstr>
      <vt:lpstr>Supermarket Management System</vt:lpstr>
      <vt:lpstr>Introduction</vt:lpstr>
      <vt:lpstr>Features</vt:lpstr>
      <vt:lpstr>Admin interface</vt:lpstr>
      <vt:lpstr>Employee interface</vt:lpstr>
      <vt:lpstr>Testing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214</cp:revision>
  <dcterms:created xsi:type="dcterms:W3CDTF">2025-12-04T00:00:53Z</dcterms:created>
  <dcterms:modified xsi:type="dcterms:W3CDTF">2025-12-04T01:29:03Z</dcterms:modified>
</cp:coreProperties>
</file>